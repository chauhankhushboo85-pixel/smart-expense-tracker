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402" r:id="rId1"/>
  </p:sldMasterIdLst>
  <p:sldIdLst>
    <p:sldId id="269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70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3" d="100"/>
          <a:sy n="93" d="100"/>
        </p:scale>
        <p:origin x="274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880" y="5176159"/>
            <a:ext cx="11640312" cy="845493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4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0313" y="5980176"/>
            <a:ext cx="11612880" cy="530352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150AF6FA-7D1D-1351-A76E-43C54D28FD6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220" y="266700"/>
            <a:ext cx="11649456" cy="4853814"/>
          </a:xfrm>
          <a:custGeom>
            <a:avLst/>
            <a:gdLst>
              <a:gd name="connsiteX0" fmla="*/ 291520 w 11651080"/>
              <a:gd name="connsiteY0" fmla="*/ 0 h 4853814"/>
              <a:gd name="connsiteX1" fmla="*/ 11359560 w 11651080"/>
              <a:gd name="connsiteY1" fmla="*/ 0 h 4853814"/>
              <a:gd name="connsiteX2" fmla="*/ 11651080 w 11651080"/>
              <a:gd name="connsiteY2" fmla="*/ 291520 h 4853814"/>
              <a:gd name="connsiteX3" fmla="*/ 11651080 w 11651080"/>
              <a:gd name="connsiteY3" fmla="*/ 4562294 h 4853814"/>
              <a:gd name="connsiteX4" fmla="*/ 11359560 w 11651080"/>
              <a:gd name="connsiteY4" fmla="*/ 4853814 h 4853814"/>
              <a:gd name="connsiteX5" fmla="*/ 291520 w 11651080"/>
              <a:gd name="connsiteY5" fmla="*/ 4853814 h 4853814"/>
              <a:gd name="connsiteX6" fmla="*/ 0 w 11651080"/>
              <a:gd name="connsiteY6" fmla="*/ 4562294 h 4853814"/>
              <a:gd name="connsiteX7" fmla="*/ 0 w 11651080"/>
              <a:gd name="connsiteY7" fmla="*/ 291520 h 4853814"/>
              <a:gd name="connsiteX8" fmla="*/ 291520 w 11651080"/>
              <a:gd name="connsiteY8" fmla="*/ 0 h 48538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651080" h="4853814">
                <a:moveTo>
                  <a:pt x="291520" y="0"/>
                </a:moveTo>
                <a:lnTo>
                  <a:pt x="11359560" y="0"/>
                </a:lnTo>
                <a:cubicBezTo>
                  <a:pt x="11520562" y="0"/>
                  <a:pt x="11651080" y="130518"/>
                  <a:pt x="11651080" y="291520"/>
                </a:cubicBezTo>
                <a:lnTo>
                  <a:pt x="11651080" y="4562294"/>
                </a:lnTo>
                <a:cubicBezTo>
                  <a:pt x="11651080" y="4723296"/>
                  <a:pt x="11520562" y="4853814"/>
                  <a:pt x="11359560" y="4853814"/>
                </a:cubicBezTo>
                <a:lnTo>
                  <a:pt x="291520" y="4853814"/>
                </a:lnTo>
                <a:cubicBezTo>
                  <a:pt x="130518" y="4853814"/>
                  <a:pt x="0" y="4723296"/>
                  <a:pt x="0" y="4562294"/>
                </a:cubicBezTo>
                <a:lnTo>
                  <a:pt x="0" y="291520"/>
                </a:lnTo>
                <a:cubicBezTo>
                  <a:pt x="0" y="130518"/>
                  <a:pt x="130518" y="0"/>
                  <a:pt x="291520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80" y="6391657"/>
            <a:ext cx="2805405" cy="330466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137848" y="6391657"/>
            <a:ext cx="3494314" cy="330466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  <a:effectLst/>
              </a:defRPr>
            </a:lvl1pPr>
          </a:lstStyle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6391657"/>
            <a:ext cx="429207" cy="330466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77252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94590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60262" y="208754"/>
            <a:ext cx="4066072" cy="3725937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50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68729" y="4846320"/>
            <a:ext cx="4066072" cy="1380744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7A934108-77F2-43A6-38EF-C1CDEDD103C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320" y="266699"/>
            <a:ext cx="7238998" cy="6322891"/>
          </a:xfrm>
          <a:custGeom>
            <a:avLst/>
            <a:gdLst>
              <a:gd name="connsiteX0" fmla="*/ 291359 w 7238998"/>
              <a:gd name="connsiteY0" fmla="*/ 0 h 6322891"/>
              <a:gd name="connsiteX1" fmla="*/ 6947639 w 7238998"/>
              <a:gd name="connsiteY1" fmla="*/ 0 h 6322891"/>
              <a:gd name="connsiteX2" fmla="*/ 7238998 w 7238998"/>
              <a:gd name="connsiteY2" fmla="*/ 291359 h 6322891"/>
              <a:gd name="connsiteX3" fmla="*/ 7238998 w 7238998"/>
              <a:gd name="connsiteY3" fmla="*/ 6031532 h 6322891"/>
              <a:gd name="connsiteX4" fmla="*/ 6947639 w 7238998"/>
              <a:gd name="connsiteY4" fmla="*/ 6322891 h 6322891"/>
              <a:gd name="connsiteX5" fmla="*/ 291359 w 7238998"/>
              <a:gd name="connsiteY5" fmla="*/ 6322891 h 6322891"/>
              <a:gd name="connsiteX6" fmla="*/ 0 w 7238998"/>
              <a:gd name="connsiteY6" fmla="*/ 6031532 h 6322891"/>
              <a:gd name="connsiteX7" fmla="*/ 0 w 7238998"/>
              <a:gd name="connsiteY7" fmla="*/ 291359 h 6322891"/>
              <a:gd name="connsiteX8" fmla="*/ 291359 w 7238998"/>
              <a:gd name="connsiteY8" fmla="*/ 0 h 63228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238998" h="6322891">
                <a:moveTo>
                  <a:pt x="291359" y="0"/>
                </a:moveTo>
                <a:lnTo>
                  <a:pt x="6947639" y="0"/>
                </a:lnTo>
                <a:cubicBezTo>
                  <a:pt x="7108552" y="0"/>
                  <a:pt x="7238998" y="130446"/>
                  <a:pt x="7238998" y="291359"/>
                </a:cubicBezTo>
                <a:lnTo>
                  <a:pt x="7238998" y="6031532"/>
                </a:lnTo>
                <a:cubicBezTo>
                  <a:pt x="7238998" y="6192445"/>
                  <a:pt x="7108552" y="6322891"/>
                  <a:pt x="6947639" y="6322891"/>
                </a:cubicBezTo>
                <a:lnTo>
                  <a:pt x="291359" y="6322891"/>
                </a:lnTo>
                <a:cubicBezTo>
                  <a:pt x="130446" y="6322891"/>
                  <a:pt x="0" y="6192445"/>
                  <a:pt x="0" y="6031532"/>
                </a:cubicBezTo>
                <a:lnTo>
                  <a:pt x="0" y="291359"/>
                </a:lnTo>
                <a:cubicBezTo>
                  <a:pt x="0" y="130446"/>
                  <a:pt x="130446" y="0"/>
                  <a:pt x="291359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666481" y="6391656"/>
            <a:ext cx="2703777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77500" y="6391656"/>
            <a:ext cx="1032084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9584" y="6388837"/>
            <a:ext cx="457200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721314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18598" y="1529542"/>
            <a:ext cx="8154804" cy="2323883"/>
          </a:xfrm>
        </p:spPr>
        <p:txBody>
          <a:bodyPr anchor="b">
            <a:normAutofit/>
          </a:bodyPr>
          <a:lstStyle>
            <a:lvl1pPr algn="ctr">
              <a:defRPr sz="5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10715" y="4053504"/>
            <a:ext cx="5970570" cy="107267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86256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729" y="3200400"/>
            <a:ext cx="9002895" cy="3582184"/>
          </a:xfrm>
        </p:spPr>
        <p:txBody>
          <a:bodyPr anchor="b">
            <a:normAutofit/>
          </a:bodyPr>
          <a:lstStyle>
            <a:lvl1pPr>
              <a:defRPr sz="69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849E7-8E94-3B02-239C-AAB48159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8704" y="141216"/>
            <a:ext cx="2703777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45713-EE4C-7615-B812-531C14CF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77500" y="141216"/>
            <a:ext cx="1032084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44BD7-C050-D052-8408-65ADAAF6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9584" y="141216"/>
            <a:ext cx="457200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24446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815" y="189689"/>
            <a:ext cx="11341905" cy="1629485"/>
          </a:xfrm>
        </p:spPr>
        <p:txBody>
          <a:bodyPr anchor="t">
            <a:normAutofit/>
          </a:bodyPr>
          <a:lstStyle>
            <a:lvl1pPr>
              <a:defRPr sz="76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6000" y="2362200"/>
            <a:ext cx="5829300" cy="3810000"/>
          </a:xfrm>
        </p:spPr>
        <p:txBody>
          <a:bodyPr vert="horz" lIns="91440" tIns="45720" rIns="91440" bIns="45720" rtlCol="0" anchor="b">
            <a:normAutofit/>
          </a:bodyPr>
          <a:lstStyle>
            <a:lvl1pPr marL="457200" indent="-457200">
              <a:buFont typeface="+mj-lt"/>
              <a:buAutoNum type="arabicPeriod"/>
              <a:defRPr lang="en-US" sz="1600" dirty="0"/>
            </a:lvl1pPr>
            <a:lvl2pPr marL="571500" indent="-342900">
              <a:buFont typeface="+mj-lt"/>
              <a:buAutoNum type="arabicPeriod"/>
              <a:defRPr lang="en-US" sz="1600" dirty="0"/>
            </a:lvl2pPr>
            <a:lvl3pPr marL="800100" indent="-342900">
              <a:buFont typeface="+mj-lt"/>
              <a:buAutoNum type="arabicPeriod"/>
              <a:defRPr lang="en-US" sz="1600" dirty="0"/>
            </a:lvl3pPr>
            <a:lvl4pPr>
              <a:buFont typeface="+mj-lt"/>
              <a:buAutoNum type="arabicPeriod"/>
              <a:defRPr lang="en-US" sz="1600" dirty="0"/>
            </a:lvl4pPr>
            <a:lvl5pPr>
              <a:buFont typeface="+mj-lt"/>
              <a:buAutoNum type="arabicPeriod"/>
              <a:defRPr lang="en-US" sz="16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827115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4061862"/>
            <a:ext cx="5913120" cy="2268359"/>
          </a:xfrm>
        </p:spPr>
        <p:txBody>
          <a:bodyPr anchor="t">
            <a:normAutofit/>
          </a:bodyPr>
          <a:lstStyle>
            <a:lvl1pPr>
              <a:defRPr sz="5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F88BC23C-4171-DFCF-3175-10D2602FF56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274320" y="268508"/>
            <a:ext cx="11649456" cy="3609085"/>
          </a:xfrm>
          <a:custGeom>
            <a:avLst/>
            <a:gdLst>
              <a:gd name="connsiteX0" fmla="*/ 283385 w 11658600"/>
              <a:gd name="connsiteY0" fmla="*/ 0 h 3609085"/>
              <a:gd name="connsiteX1" fmla="*/ 11375215 w 11658600"/>
              <a:gd name="connsiteY1" fmla="*/ 0 h 3609085"/>
              <a:gd name="connsiteX2" fmla="*/ 11658600 w 11658600"/>
              <a:gd name="connsiteY2" fmla="*/ 283385 h 3609085"/>
              <a:gd name="connsiteX3" fmla="*/ 11658600 w 11658600"/>
              <a:gd name="connsiteY3" fmla="*/ 3325700 h 3609085"/>
              <a:gd name="connsiteX4" fmla="*/ 11375215 w 11658600"/>
              <a:gd name="connsiteY4" fmla="*/ 3609085 h 3609085"/>
              <a:gd name="connsiteX5" fmla="*/ 283385 w 11658600"/>
              <a:gd name="connsiteY5" fmla="*/ 3609085 h 3609085"/>
              <a:gd name="connsiteX6" fmla="*/ 0 w 11658600"/>
              <a:gd name="connsiteY6" fmla="*/ 3325700 h 3609085"/>
              <a:gd name="connsiteX7" fmla="*/ 0 w 11658600"/>
              <a:gd name="connsiteY7" fmla="*/ 283385 h 3609085"/>
              <a:gd name="connsiteX8" fmla="*/ 283385 w 11658600"/>
              <a:gd name="connsiteY8" fmla="*/ 0 h 36090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658600" h="3609085">
                <a:moveTo>
                  <a:pt x="283385" y="0"/>
                </a:moveTo>
                <a:lnTo>
                  <a:pt x="11375215" y="0"/>
                </a:lnTo>
                <a:cubicBezTo>
                  <a:pt x="11531724" y="0"/>
                  <a:pt x="11658600" y="126876"/>
                  <a:pt x="11658600" y="283385"/>
                </a:cubicBezTo>
                <a:lnTo>
                  <a:pt x="11658600" y="3325700"/>
                </a:lnTo>
                <a:cubicBezTo>
                  <a:pt x="11658600" y="3482209"/>
                  <a:pt x="11531724" y="3609085"/>
                  <a:pt x="11375215" y="3609085"/>
                </a:cubicBezTo>
                <a:lnTo>
                  <a:pt x="283385" y="3609085"/>
                </a:lnTo>
                <a:cubicBezTo>
                  <a:pt x="126876" y="3609085"/>
                  <a:pt x="0" y="3482209"/>
                  <a:pt x="0" y="3325700"/>
                </a:cubicBezTo>
                <a:lnTo>
                  <a:pt x="0" y="283385"/>
                </a:lnTo>
                <a:cubicBezTo>
                  <a:pt x="0" y="126876"/>
                  <a:pt x="126876" y="0"/>
                  <a:pt x="283385" y="0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515973" y="4039118"/>
            <a:ext cx="4419601" cy="2268360"/>
          </a:xfrm>
        </p:spPr>
        <p:txBody>
          <a:bodyPr vert="horz" lIns="91440" tIns="45720" rIns="91440" bIns="45720" rtlCol="0">
            <a:normAutofit/>
          </a:bodyPr>
          <a:lstStyle>
            <a:lvl1pPr marL="342900" indent="-342900">
              <a:buFont typeface="+mj-lt"/>
              <a:buAutoNum type="arabicPeriod"/>
              <a:defRPr lang="en-US" sz="1400" dirty="0"/>
            </a:lvl1pPr>
            <a:lvl2pPr marL="571500" indent="-342900">
              <a:buFont typeface="+mj-lt"/>
              <a:buAutoNum type="arabicPeriod"/>
              <a:defRPr lang="en-US" sz="1400" dirty="0"/>
            </a:lvl2pPr>
            <a:lvl3pPr marL="800100" indent="-342900">
              <a:buFont typeface="+mj-lt"/>
              <a:buAutoNum type="arabicPeriod"/>
              <a:defRPr lang="en-US" sz="1400" dirty="0"/>
            </a:lvl3pPr>
            <a:lvl4pPr>
              <a:buFont typeface="+mj-lt"/>
              <a:buAutoNum type="arabicPeriod"/>
              <a:defRPr lang="en-US" sz="1400" dirty="0"/>
            </a:lvl4pPr>
            <a:lvl5pPr>
              <a:buFont typeface="+mj-lt"/>
              <a:buAutoNum type="arabicPeriod"/>
              <a:defRPr lang="en-US" sz="1400" dirty="0"/>
            </a:lvl5pPr>
          </a:lstStyle>
          <a:p>
            <a:pPr marL="228600" lvl="0" indent="-228600"/>
            <a:r>
              <a:rPr lang="en-US"/>
              <a:t>Click to edit Master text styles</a:t>
            </a:r>
          </a:p>
          <a:p>
            <a:pPr marL="228600" lvl="1" indent="-228600"/>
            <a:r>
              <a:rPr lang="en-US"/>
              <a:t>Second level</a:t>
            </a:r>
          </a:p>
          <a:p>
            <a:pPr marL="228600" lvl="2" indent="-228600"/>
            <a:r>
              <a:rPr lang="en-US"/>
              <a:t>Third level</a:t>
            </a:r>
          </a:p>
          <a:p>
            <a:pPr marL="228600" lvl="3" indent="-228600"/>
            <a:r>
              <a:rPr lang="en-US"/>
              <a:t>Fourth level</a:t>
            </a:r>
          </a:p>
          <a:p>
            <a:pPr marL="228600" lvl="4" indent="-228600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80" y="6387737"/>
            <a:ext cx="2703777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1269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5131" y="1638299"/>
            <a:ext cx="3314700" cy="3873268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01019" y="1638299"/>
            <a:ext cx="6080760" cy="3873267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59932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3310394" cy="4058127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972674" y="266700"/>
            <a:ext cx="7688495" cy="6047836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5288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9525" y="219456"/>
            <a:ext cx="6376547" cy="1066006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AC455FC9-9346-2F53-C58C-5C64036CD92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320" y="268573"/>
            <a:ext cx="4419600" cy="6325969"/>
          </a:xfrm>
          <a:custGeom>
            <a:avLst/>
            <a:gdLst>
              <a:gd name="connsiteX0" fmla="*/ 300746 w 4381500"/>
              <a:gd name="connsiteY0" fmla="*/ 0 h 6290961"/>
              <a:gd name="connsiteX1" fmla="*/ 4080754 w 4381500"/>
              <a:gd name="connsiteY1" fmla="*/ 0 h 6290961"/>
              <a:gd name="connsiteX2" fmla="*/ 4381500 w 4381500"/>
              <a:gd name="connsiteY2" fmla="*/ 300746 h 6290961"/>
              <a:gd name="connsiteX3" fmla="*/ 4381500 w 4381500"/>
              <a:gd name="connsiteY3" fmla="*/ 5990215 h 6290961"/>
              <a:gd name="connsiteX4" fmla="*/ 4080754 w 4381500"/>
              <a:gd name="connsiteY4" fmla="*/ 6290961 h 6290961"/>
              <a:gd name="connsiteX5" fmla="*/ 300746 w 4381500"/>
              <a:gd name="connsiteY5" fmla="*/ 6290961 h 6290961"/>
              <a:gd name="connsiteX6" fmla="*/ 0 w 4381500"/>
              <a:gd name="connsiteY6" fmla="*/ 5990215 h 6290961"/>
              <a:gd name="connsiteX7" fmla="*/ 0 w 4381500"/>
              <a:gd name="connsiteY7" fmla="*/ 300746 h 6290961"/>
              <a:gd name="connsiteX8" fmla="*/ 300746 w 4381500"/>
              <a:gd name="connsiteY8" fmla="*/ 0 h 62909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381500" h="6290961">
                <a:moveTo>
                  <a:pt x="300746" y="0"/>
                </a:moveTo>
                <a:lnTo>
                  <a:pt x="4080754" y="0"/>
                </a:lnTo>
                <a:cubicBezTo>
                  <a:pt x="4246851" y="0"/>
                  <a:pt x="4381500" y="134649"/>
                  <a:pt x="4381500" y="300746"/>
                </a:cubicBezTo>
                <a:lnTo>
                  <a:pt x="4381500" y="5990215"/>
                </a:lnTo>
                <a:cubicBezTo>
                  <a:pt x="4381500" y="6156312"/>
                  <a:pt x="4246851" y="6290961"/>
                  <a:pt x="4080754" y="6290961"/>
                </a:cubicBezTo>
                <a:lnTo>
                  <a:pt x="300746" y="6290961"/>
                </a:lnTo>
                <a:cubicBezTo>
                  <a:pt x="134649" y="6290961"/>
                  <a:pt x="0" y="6156312"/>
                  <a:pt x="0" y="5990215"/>
                </a:cubicBezTo>
                <a:lnTo>
                  <a:pt x="0" y="300746"/>
                </a:lnTo>
                <a:cubicBezTo>
                  <a:pt x="0" y="134649"/>
                  <a:pt x="134649" y="0"/>
                  <a:pt x="30074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919526" y="1285462"/>
            <a:ext cx="6376546" cy="4986355"/>
          </a:xfrm>
        </p:spPr>
        <p:txBody>
          <a:bodyPr anchor="b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919526" y="6387737"/>
            <a:ext cx="2703777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56638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8702" y="219456"/>
            <a:ext cx="7241297" cy="923544"/>
          </a:xfrm>
        </p:spPr>
        <p:txBody>
          <a:bodyPr anchor="t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Picture Placeholder 9">
            <a:extLst>
              <a:ext uri="{FF2B5EF4-FFF2-40B4-BE49-F238E27FC236}">
                <a16:creationId xmlns:a16="http://schemas.microsoft.com/office/drawing/2014/main" id="{FC55F3DB-E75F-ADDF-8222-D3F62F2CCE8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320" y="268573"/>
            <a:ext cx="3675888" cy="6327648"/>
          </a:xfrm>
          <a:custGeom>
            <a:avLst/>
            <a:gdLst>
              <a:gd name="connsiteX0" fmla="*/ 301545 w 3675888"/>
              <a:gd name="connsiteY0" fmla="*/ 0 h 6320854"/>
              <a:gd name="connsiteX1" fmla="*/ 3375347 w 3675888"/>
              <a:gd name="connsiteY1" fmla="*/ 0 h 6320854"/>
              <a:gd name="connsiteX2" fmla="*/ 3675888 w 3675888"/>
              <a:gd name="connsiteY2" fmla="*/ 300541 h 6320854"/>
              <a:gd name="connsiteX3" fmla="*/ 3675888 w 3675888"/>
              <a:gd name="connsiteY3" fmla="*/ 6025428 h 6320854"/>
              <a:gd name="connsiteX4" fmla="*/ 3492331 w 3675888"/>
              <a:gd name="connsiteY4" fmla="*/ 6302351 h 6320854"/>
              <a:gd name="connsiteX5" fmla="*/ 3400682 w 3675888"/>
              <a:gd name="connsiteY5" fmla="*/ 6320854 h 6320854"/>
              <a:gd name="connsiteX6" fmla="*/ 275206 w 3675888"/>
              <a:gd name="connsiteY6" fmla="*/ 6320854 h 6320854"/>
              <a:gd name="connsiteX7" fmla="*/ 186647 w 3675888"/>
              <a:gd name="connsiteY7" fmla="*/ 6302975 h 6320854"/>
              <a:gd name="connsiteX8" fmla="*/ 184171 w 3675888"/>
              <a:gd name="connsiteY8" fmla="*/ 6302204 h 6320854"/>
              <a:gd name="connsiteX9" fmla="*/ 114619 w 3675888"/>
              <a:gd name="connsiteY9" fmla="*/ 6259884 h 6320854"/>
              <a:gd name="connsiteX10" fmla="*/ 105939 w 3675888"/>
              <a:gd name="connsiteY10" fmla="*/ 6252721 h 6320854"/>
              <a:gd name="connsiteX11" fmla="*/ 51500 w 3675888"/>
              <a:gd name="connsiteY11" fmla="*/ 6192635 h 6320854"/>
              <a:gd name="connsiteX12" fmla="*/ 16622 w 3675888"/>
              <a:gd name="connsiteY12" fmla="*/ 6119873 h 6320854"/>
              <a:gd name="connsiteX13" fmla="*/ 12537 w 3675888"/>
              <a:gd name="connsiteY13" fmla="*/ 6106716 h 6320854"/>
              <a:gd name="connsiteX14" fmla="*/ 0 w 3675888"/>
              <a:gd name="connsiteY14" fmla="*/ 6023550 h 6320854"/>
              <a:gd name="connsiteX15" fmla="*/ 0 w 3675888"/>
              <a:gd name="connsiteY15" fmla="*/ 302420 h 6320854"/>
              <a:gd name="connsiteX16" fmla="*/ 301545 w 3675888"/>
              <a:gd name="connsiteY16" fmla="*/ 0 h 63208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675888" h="6320854">
                <a:moveTo>
                  <a:pt x="301545" y="0"/>
                </a:moveTo>
                <a:lnTo>
                  <a:pt x="3375347" y="0"/>
                </a:lnTo>
                <a:cubicBezTo>
                  <a:pt x="3541331" y="0"/>
                  <a:pt x="3675888" y="134557"/>
                  <a:pt x="3675888" y="300541"/>
                </a:cubicBezTo>
                <a:lnTo>
                  <a:pt x="3675888" y="6025428"/>
                </a:lnTo>
                <a:cubicBezTo>
                  <a:pt x="3675888" y="6149916"/>
                  <a:pt x="3600200" y="6256727"/>
                  <a:pt x="3492331" y="6302351"/>
                </a:cubicBezTo>
                <a:lnTo>
                  <a:pt x="3400682" y="6320854"/>
                </a:lnTo>
                <a:lnTo>
                  <a:pt x="275206" y="6320854"/>
                </a:lnTo>
                <a:lnTo>
                  <a:pt x="186647" y="6302975"/>
                </a:lnTo>
                <a:lnTo>
                  <a:pt x="184171" y="6302204"/>
                </a:lnTo>
                <a:lnTo>
                  <a:pt x="114619" y="6259884"/>
                </a:lnTo>
                <a:lnTo>
                  <a:pt x="105939" y="6252721"/>
                </a:lnTo>
                <a:lnTo>
                  <a:pt x="51500" y="6192635"/>
                </a:lnTo>
                <a:lnTo>
                  <a:pt x="16622" y="6119873"/>
                </a:lnTo>
                <a:lnTo>
                  <a:pt x="12537" y="6106716"/>
                </a:lnTo>
                <a:lnTo>
                  <a:pt x="0" y="6023550"/>
                </a:lnTo>
                <a:lnTo>
                  <a:pt x="0" y="302420"/>
                </a:lnTo>
                <a:cubicBezTo>
                  <a:pt x="0" y="135398"/>
                  <a:pt x="135007" y="0"/>
                  <a:pt x="30154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188702" y="1143000"/>
            <a:ext cx="7241298" cy="5239512"/>
          </a:xfrm>
        </p:spPr>
        <p:txBody>
          <a:bodyPr anchor="b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88702" y="6382981"/>
            <a:ext cx="2703777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61332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7241297" cy="923544"/>
          </a:xfrm>
        </p:spPr>
        <p:txBody>
          <a:bodyPr anchor="t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82880" y="1143000"/>
            <a:ext cx="7241298" cy="5239512"/>
          </a:xfrm>
        </p:spPr>
        <p:txBody>
          <a:bodyPr anchor="b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80" y="6382981"/>
            <a:ext cx="2703777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392093" y="6387128"/>
            <a:ext cx="1032084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424177" y="6387128"/>
            <a:ext cx="457200" cy="33832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9">
            <a:extLst>
              <a:ext uri="{FF2B5EF4-FFF2-40B4-BE49-F238E27FC236}">
                <a16:creationId xmlns:a16="http://schemas.microsoft.com/office/drawing/2014/main" id="{F47C8A4F-E753-8148-3650-49C421EB547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249412" y="268573"/>
            <a:ext cx="3675888" cy="6327648"/>
          </a:xfrm>
          <a:custGeom>
            <a:avLst/>
            <a:gdLst>
              <a:gd name="connsiteX0" fmla="*/ 301545 w 3675888"/>
              <a:gd name="connsiteY0" fmla="*/ 0 h 6320854"/>
              <a:gd name="connsiteX1" fmla="*/ 3375347 w 3675888"/>
              <a:gd name="connsiteY1" fmla="*/ 0 h 6320854"/>
              <a:gd name="connsiteX2" fmla="*/ 3675888 w 3675888"/>
              <a:gd name="connsiteY2" fmla="*/ 300541 h 6320854"/>
              <a:gd name="connsiteX3" fmla="*/ 3675888 w 3675888"/>
              <a:gd name="connsiteY3" fmla="*/ 6025428 h 6320854"/>
              <a:gd name="connsiteX4" fmla="*/ 3492331 w 3675888"/>
              <a:gd name="connsiteY4" fmla="*/ 6302351 h 6320854"/>
              <a:gd name="connsiteX5" fmla="*/ 3400682 w 3675888"/>
              <a:gd name="connsiteY5" fmla="*/ 6320854 h 6320854"/>
              <a:gd name="connsiteX6" fmla="*/ 275206 w 3675888"/>
              <a:gd name="connsiteY6" fmla="*/ 6320854 h 6320854"/>
              <a:gd name="connsiteX7" fmla="*/ 186647 w 3675888"/>
              <a:gd name="connsiteY7" fmla="*/ 6302975 h 6320854"/>
              <a:gd name="connsiteX8" fmla="*/ 184171 w 3675888"/>
              <a:gd name="connsiteY8" fmla="*/ 6302204 h 6320854"/>
              <a:gd name="connsiteX9" fmla="*/ 114619 w 3675888"/>
              <a:gd name="connsiteY9" fmla="*/ 6259883 h 6320854"/>
              <a:gd name="connsiteX10" fmla="*/ 105939 w 3675888"/>
              <a:gd name="connsiteY10" fmla="*/ 6252722 h 6320854"/>
              <a:gd name="connsiteX11" fmla="*/ 51500 w 3675888"/>
              <a:gd name="connsiteY11" fmla="*/ 6192635 h 6320854"/>
              <a:gd name="connsiteX12" fmla="*/ 16622 w 3675888"/>
              <a:gd name="connsiteY12" fmla="*/ 6119873 h 6320854"/>
              <a:gd name="connsiteX13" fmla="*/ 12538 w 3675888"/>
              <a:gd name="connsiteY13" fmla="*/ 6106716 h 6320854"/>
              <a:gd name="connsiteX14" fmla="*/ 0 w 3675888"/>
              <a:gd name="connsiteY14" fmla="*/ 6023550 h 6320854"/>
              <a:gd name="connsiteX15" fmla="*/ 0 w 3675888"/>
              <a:gd name="connsiteY15" fmla="*/ 302420 h 6320854"/>
              <a:gd name="connsiteX16" fmla="*/ 301545 w 3675888"/>
              <a:gd name="connsiteY16" fmla="*/ 0 h 63208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675888" h="6320854">
                <a:moveTo>
                  <a:pt x="301545" y="0"/>
                </a:moveTo>
                <a:lnTo>
                  <a:pt x="3375347" y="0"/>
                </a:lnTo>
                <a:cubicBezTo>
                  <a:pt x="3541331" y="0"/>
                  <a:pt x="3675888" y="134557"/>
                  <a:pt x="3675888" y="300541"/>
                </a:cubicBezTo>
                <a:lnTo>
                  <a:pt x="3675888" y="6025428"/>
                </a:lnTo>
                <a:cubicBezTo>
                  <a:pt x="3675888" y="6149916"/>
                  <a:pt x="3600200" y="6256727"/>
                  <a:pt x="3492331" y="6302351"/>
                </a:cubicBezTo>
                <a:lnTo>
                  <a:pt x="3400682" y="6320854"/>
                </a:lnTo>
                <a:lnTo>
                  <a:pt x="275206" y="6320854"/>
                </a:lnTo>
                <a:lnTo>
                  <a:pt x="186647" y="6302975"/>
                </a:lnTo>
                <a:lnTo>
                  <a:pt x="184171" y="6302204"/>
                </a:lnTo>
                <a:lnTo>
                  <a:pt x="114619" y="6259883"/>
                </a:lnTo>
                <a:lnTo>
                  <a:pt x="105939" y="6252722"/>
                </a:lnTo>
                <a:lnTo>
                  <a:pt x="51500" y="6192635"/>
                </a:lnTo>
                <a:lnTo>
                  <a:pt x="16622" y="6119873"/>
                </a:lnTo>
                <a:lnTo>
                  <a:pt x="12538" y="6106716"/>
                </a:lnTo>
                <a:lnTo>
                  <a:pt x="0" y="6023550"/>
                </a:lnTo>
                <a:lnTo>
                  <a:pt x="0" y="302420"/>
                </a:lnTo>
                <a:cubicBezTo>
                  <a:pt x="0" y="135398"/>
                  <a:pt x="135007" y="0"/>
                  <a:pt x="30154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13673009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855" y="219456"/>
            <a:ext cx="4717429" cy="1180888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85855" y="1400344"/>
            <a:ext cx="4729045" cy="4871473"/>
          </a:xfrm>
        </p:spPr>
        <p:txBody>
          <a:bodyPr anchor="b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588172" y="6390795"/>
            <a:ext cx="1298784" cy="338328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86956" y="6390795"/>
            <a:ext cx="4572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0846273-A5CB-BDCB-C625-903F863EC30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600703" y="266700"/>
            <a:ext cx="6324469" cy="6324600"/>
          </a:xfrm>
          <a:custGeom>
            <a:avLst/>
            <a:gdLst>
              <a:gd name="connsiteX0" fmla="*/ 269395 w 6111507"/>
              <a:gd name="connsiteY0" fmla="*/ 0 h 6172338"/>
              <a:gd name="connsiteX1" fmla="*/ 5842112 w 6111507"/>
              <a:gd name="connsiteY1" fmla="*/ 0 h 6172338"/>
              <a:gd name="connsiteX2" fmla="*/ 6111507 w 6111507"/>
              <a:gd name="connsiteY2" fmla="*/ 268145 h 6172338"/>
              <a:gd name="connsiteX3" fmla="*/ 6111507 w 6111507"/>
              <a:gd name="connsiteY3" fmla="*/ 5904194 h 6172338"/>
              <a:gd name="connsiteX4" fmla="*/ 5842112 w 6111507"/>
              <a:gd name="connsiteY4" fmla="*/ 6172338 h 6172338"/>
              <a:gd name="connsiteX5" fmla="*/ 269395 w 6111507"/>
              <a:gd name="connsiteY5" fmla="*/ 6172338 h 6172338"/>
              <a:gd name="connsiteX6" fmla="*/ 0 w 6111507"/>
              <a:gd name="connsiteY6" fmla="*/ 5904194 h 6172338"/>
              <a:gd name="connsiteX7" fmla="*/ 0 w 6111507"/>
              <a:gd name="connsiteY7" fmla="*/ 268145 h 6172338"/>
              <a:gd name="connsiteX8" fmla="*/ 269395 w 6111507"/>
              <a:gd name="connsiteY8" fmla="*/ 0 h 6172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111507" h="6172338">
                <a:moveTo>
                  <a:pt x="269395" y="0"/>
                </a:moveTo>
                <a:lnTo>
                  <a:pt x="5842112" y="0"/>
                </a:lnTo>
                <a:cubicBezTo>
                  <a:pt x="5990895" y="0"/>
                  <a:pt x="6111507" y="120052"/>
                  <a:pt x="6111507" y="268145"/>
                </a:cubicBezTo>
                <a:lnTo>
                  <a:pt x="6111507" y="5904194"/>
                </a:lnTo>
                <a:cubicBezTo>
                  <a:pt x="6111507" y="6052286"/>
                  <a:pt x="5990895" y="6172338"/>
                  <a:pt x="5842112" y="6172338"/>
                </a:cubicBezTo>
                <a:lnTo>
                  <a:pt x="269395" y="6172338"/>
                </a:lnTo>
                <a:cubicBezTo>
                  <a:pt x="120612" y="6172338"/>
                  <a:pt x="0" y="6052286"/>
                  <a:pt x="0" y="5904194"/>
                </a:cubicBezTo>
                <a:lnTo>
                  <a:pt x="0" y="268145"/>
                </a:lnTo>
                <a:cubicBezTo>
                  <a:pt x="0" y="120052"/>
                  <a:pt x="120612" y="0"/>
                  <a:pt x="26939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804291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1" y="220869"/>
            <a:ext cx="3208020" cy="3088635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6FEEE5C-15B3-8386-23D3-B6B236C668F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686300" y="266700"/>
            <a:ext cx="3500538" cy="6324600"/>
          </a:xfrm>
          <a:custGeom>
            <a:avLst/>
            <a:gdLst>
              <a:gd name="connsiteX0" fmla="*/ 292116 w 3808553"/>
              <a:gd name="connsiteY0" fmla="*/ 0 h 6172200"/>
              <a:gd name="connsiteX1" fmla="*/ 3516437 w 3808553"/>
              <a:gd name="connsiteY1" fmla="*/ 0 h 6172200"/>
              <a:gd name="connsiteX2" fmla="*/ 3808553 w 3808553"/>
              <a:gd name="connsiteY2" fmla="*/ 292116 h 6172200"/>
              <a:gd name="connsiteX3" fmla="*/ 3808553 w 3808553"/>
              <a:gd name="connsiteY3" fmla="*/ 5880084 h 6172200"/>
              <a:gd name="connsiteX4" fmla="*/ 3516437 w 3808553"/>
              <a:gd name="connsiteY4" fmla="*/ 6172200 h 6172200"/>
              <a:gd name="connsiteX5" fmla="*/ 292116 w 3808553"/>
              <a:gd name="connsiteY5" fmla="*/ 6172200 h 6172200"/>
              <a:gd name="connsiteX6" fmla="*/ 0 w 3808553"/>
              <a:gd name="connsiteY6" fmla="*/ 5880084 h 6172200"/>
              <a:gd name="connsiteX7" fmla="*/ 0 w 3808553"/>
              <a:gd name="connsiteY7" fmla="*/ 292116 h 6172200"/>
              <a:gd name="connsiteX8" fmla="*/ 292116 w 3808553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08553" h="6172200">
                <a:moveTo>
                  <a:pt x="292116" y="0"/>
                </a:moveTo>
                <a:lnTo>
                  <a:pt x="3516437" y="0"/>
                </a:lnTo>
                <a:cubicBezTo>
                  <a:pt x="3677768" y="0"/>
                  <a:pt x="3808553" y="130785"/>
                  <a:pt x="3808553" y="292116"/>
                </a:cubicBezTo>
                <a:lnTo>
                  <a:pt x="3808553" y="5880084"/>
                </a:lnTo>
                <a:cubicBezTo>
                  <a:pt x="3808553" y="6041415"/>
                  <a:pt x="3677768" y="6172200"/>
                  <a:pt x="3516437" y="6172200"/>
                </a:cubicBezTo>
                <a:lnTo>
                  <a:pt x="292116" y="6172200"/>
                </a:lnTo>
                <a:cubicBezTo>
                  <a:pt x="130785" y="6172200"/>
                  <a:pt x="0" y="6041415"/>
                  <a:pt x="0" y="5880084"/>
                </a:cubicBezTo>
                <a:lnTo>
                  <a:pt x="0" y="292116"/>
                </a:lnTo>
                <a:cubicBezTo>
                  <a:pt x="0" y="130785"/>
                  <a:pt x="130785" y="0"/>
                  <a:pt x="29211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461087" y="220870"/>
            <a:ext cx="3200400" cy="6055554"/>
          </a:xfrm>
        </p:spPr>
        <p:txBody>
          <a:bodyPr anchor="b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18321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13755" y="219456"/>
            <a:ext cx="3891435" cy="1225339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B3BE62AC-2855-BB28-0282-25CA658273E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0473" y="265176"/>
            <a:ext cx="6984636" cy="6327648"/>
          </a:xfrm>
          <a:custGeom>
            <a:avLst/>
            <a:gdLst>
              <a:gd name="connsiteX0" fmla="*/ 302565 w 7228936"/>
              <a:gd name="connsiteY0" fmla="*/ 0 h 6316602"/>
              <a:gd name="connsiteX1" fmla="*/ 6926371 w 7228936"/>
              <a:gd name="connsiteY1" fmla="*/ 0 h 6316602"/>
              <a:gd name="connsiteX2" fmla="*/ 7228936 w 7228936"/>
              <a:gd name="connsiteY2" fmla="*/ 302565 h 6316602"/>
              <a:gd name="connsiteX3" fmla="*/ 7228936 w 7228936"/>
              <a:gd name="connsiteY3" fmla="*/ 6014037 h 6316602"/>
              <a:gd name="connsiteX4" fmla="*/ 6926371 w 7228936"/>
              <a:gd name="connsiteY4" fmla="*/ 6316602 h 6316602"/>
              <a:gd name="connsiteX5" fmla="*/ 302565 w 7228936"/>
              <a:gd name="connsiteY5" fmla="*/ 6316602 h 6316602"/>
              <a:gd name="connsiteX6" fmla="*/ 0 w 7228936"/>
              <a:gd name="connsiteY6" fmla="*/ 6014037 h 6316602"/>
              <a:gd name="connsiteX7" fmla="*/ 0 w 7228936"/>
              <a:gd name="connsiteY7" fmla="*/ 302565 h 6316602"/>
              <a:gd name="connsiteX8" fmla="*/ 302565 w 7228936"/>
              <a:gd name="connsiteY8" fmla="*/ 0 h 63166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228936" h="6316602">
                <a:moveTo>
                  <a:pt x="302565" y="0"/>
                </a:moveTo>
                <a:lnTo>
                  <a:pt x="6926371" y="0"/>
                </a:lnTo>
                <a:cubicBezTo>
                  <a:pt x="7093473" y="0"/>
                  <a:pt x="7228936" y="135463"/>
                  <a:pt x="7228936" y="302565"/>
                </a:cubicBezTo>
                <a:lnTo>
                  <a:pt x="7228936" y="6014037"/>
                </a:lnTo>
                <a:cubicBezTo>
                  <a:pt x="7228936" y="6181139"/>
                  <a:pt x="7093473" y="6316602"/>
                  <a:pt x="6926371" y="6316602"/>
                </a:cubicBezTo>
                <a:lnTo>
                  <a:pt x="302565" y="6316602"/>
                </a:lnTo>
                <a:cubicBezTo>
                  <a:pt x="135463" y="6316602"/>
                  <a:pt x="0" y="6181139"/>
                  <a:pt x="0" y="6014037"/>
                </a:cubicBezTo>
                <a:lnTo>
                  <a:pt x="0" y="302565"/>
                </a:lnTo>
                <a:cubicBezTo>
                  <a:pt x="0" y="135463"/>
                  <a:pt x="135463" y="0"/>
                  <a:pt x="30256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513753" y="1435652"/>
            <a:ext cx="3891435" cy="4833862"/>
          </a:xfrm>
        </p:spPr>
        <p:txBody>
          <a:bodyPr anchor="b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15079" y="6387128"/>
            <a:ext cx="2703777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75207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854" y="219456"/>
            <a:ext cx="3234982" cy="1577218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85854" y="1796675"/>
            <a:ext cx="3234982" cy="447147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8705" y="6387128"/>
            <a:ext cx="2095770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206416" y="6390795"/>
            <a:ext cx="1032084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38500" y="6390795"/>
            <a:ext cx="457200" cy="33832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65B0EC94-28E6-D665-7491-10A308B0B42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965783" y="265176"/>
            <a:ext cx="7959517" cy="6327648"/>
          </a:xfrm>
          <a:custGeom>
            <a:avLst/>
            <a:gdLst>
              <a:gd name="connsiteX0" fmla="*/ 267246 w 7391400"/>
              <a:gd name="connsiteY0" fmla="*/ 0 h 6172200"/>
              <a:gd name="connsiteX1" fmla="*/ 7124155 w 7391400"/>
              <a:gd name="connsiteY1" fmla="*/ 0 h 6172200"/>
              <a:gd name="connsiteX2" fmla="*/ 7391400 w 7391400"/>
              <a:gd name="connsiteY2" fmla="*/ 266886 h 6172200"/>
              <a:gd name="connsiteX3" fmla="*/ 7391400 w 7391400"/>
              <a:gd name="connsiteY3" fmla="*/ 5905314 h 6172200"/>
              <a:gd name="connsiteX4" fmla="*/ 7124155 w 7391400"/>
              <a:gd name="connsiteY4" fmla="*/ 6172200 h 6172200"/>
              <a:gd name="connsiteX5" fmla="*/ 267246 w 7391400"/>
              <a:gd name="connsiteY5" fmla="*/ 6172200 h 6172200"/>
              <a:gd name="connsiteX6" fmla="*/ 0 w 7391400"/>
              <a:gd name="connsiteY6" fmla="*/ 5905314 h 6172200"/>
              <a:gd name="connsiteX7" fmla="*/ 0 w 7391400"/>
              <a:gd name="connsiteY7" fmla="*/ 266886 h 6172200"/>
              <a:gd name="connsiteX8" fmla="*/ 267246 w 7391400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391400" h="6172200">
                <a:moveTo>
                  <a:pt x="267246" y="0"/>
                </a:moveTo>
                <a:lnTo>
                  <a:pt x="7124155" y="0"/>
                </a:lnTo>
                <a:cubicBezTo>
                  <a:pt x="7271750" y="0"/>
                  <a:pt x="7391400" y="119489"/>
                  <a:pt x="7391400" y="266886"/>
                </a:cubicBezTo>
                <a:lnTo>
                  <a:pt x="7391400" y="5905314"/>
                </a:lnTo>
                <a:cubicBezTo>
                  <a:pt x="7391400" y="6052711"/>
                  <a:pt x="7271750" y="6172200"/>
                  <a:pt x="7124155" y="6172200"/>
                </a:cubicBezTo>
                <a:lnTo>
                  <a:pt x="267246" y="6172200"/>
                </a:lnTo>
                <a:cubicBezTo>
                  <a:pt x="119650" y="6172200"/>
                  <a:pt x="0" y="6052711"/>
                  <a:pt x="0" y="5905314"/>
                </a:cubicBezTo>
                <a:lnTo>
                  <a:pt x="0" y="266886"/>
                </a:lnTo>
                <a:cubicBezTo>
                  <a:pt x="0" y="119489"/>
                  <a:pt x="119650" y="0"/>
                  <a:pt x="26724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13205534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878" y="216452"/>
            <a:ext cx="3381587" cy="2213524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62400" y="177492"/>
            <a:ext cx="7962900" cy="228600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400"/>
            </a:lvl1pPr>
            <a:lvl2pPr marL="514350" indent="-285750">
              <a:buFont typeface="Arial" panose="020B0604020202020204" pitchFamily="34" charset="0"/>
              <a:buChar char="•"/>
              <a:defRPr sz="14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400"/>
            </a:lvl4pPr>
            <a:lvl5pPr marL="1085850" indent="-171450">
              <a:buFont typeface="Arial" panose="020B0604020202020204" pitchFamily="34" charset="0"/>
              <a:buChar char="•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5878" y="2513464"/>
            <a:ext cx="2805405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30339" y="2516244"/>
            <a:ext cx="1284010" cy="338328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9585" y="2513464"/>
            <a:ext cx="449306" cy="33832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E56056E-3484-D9D0-95D5-818FF4C3C8D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220" y="2935280"/>
            <a:ext cx="11651080" cy="3656020"/>
          </a:xfrm>
          <a:custGeom>
            <a:avLst/>
            <a:gdLst>
              <a:gd name="connsiteX0" fmla="*/ 298989 w 11651080"/>
              <a:gd name="connsiteY0" fmla="*/ 0 h 3656020"/>
              <a:gd name="connsiteX1" fmla="*/ 11352091 w 11651080"/>
              <a:gd name="connsiteY1" fmla="*/ 0 h 3656020"/>
              <a:gd name="connsiteX2" fmla="*/ 11651080 w 11651080"/>
              <a:gd name="connsiteY2" fmla="*/ 298989 h 3656020"/>
              <a:gd name="connsiteX3" fmla="*/ 11651080 w 11651080"/>
              <a:gd name="connsiteY3" fmla="*/ 3357031 h 3656020"/>
              <a:gd name="connsiteX4" fmla="*/ 11352091 w 11651080"/>
              <a:gd name="connsiteY4" fmla="*/ 3656020 h 3656020"/>
              <a:gd name="connsiteX5" fmla="*/ 298989 w 11651080"/>
              <a:gd name="connsiteY5" fmla="*/ 3656020 h 3656020"/>
              <a:gd name="connsiteX6" fmla="*/ 0 w 11651080"/>
              <a:gd name="connsiteY6" fmla="*/ 3357031 h 3656020"/>
              <a:gd name="connsiteX7" fmla="*/ 0 w 11651080"/>
              <a:gd name="connsiteY7" fmla="*/ 298989 h 3656020"/>
              <a:gd name="connsiteX8" fmla="*/ 298989 w 11651080"/>
              <a:gd name="connsiteY8" fmla="*/ 0 h 3656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651080" h="3656020">
                <a:moveTo>
                  <a:pt x="298989" y="0"/>
                </a:moveTo>
                <a:lnTo>
                  <a:pt x="11352091" y="0"/>
                </a:lnTo>
                <a:cubicBezTo>
                  <a:pt x="11517218" y="0"/>
                  <a:pt x="11651080" y="133862"/>
                  <a:pt x="11651080" y="298989"/>
                </a:cubicBezTo>
                <a:lnTo>
                  <a:pt x="11651080" y="3357031"/>
                </a:lnTo>
                <a:cubicBezTo>
                  <a:pt x="11651080" y="3522158"/>
                  <a:pt x="11517218" y="3656020"/>
                  <a:pt x="11352091" y="3656020"/>
                </a:cubicBezTo>
                <a:lnTo>
                  <a:pt x="298989" y="3656020"/>
                </a:lnTo>
                <a:cubicBezTo>
                  <a:pt x="133862" y="3656020"/>
                  <a:pt x="0" y="3522158"/>
                  <a:pt x="0" y="3357031"/>
                </a:cubicBezTo>
                <a:lnTo>
                  <a:pt x="0" y="298989"/>
                </a:lnTo>
                <a:cubicBezTo>
                  <a:pt x="0" y="133862"/>
                  <a:pt x="133862" y="0"/>
                  <a:pt x="298989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4202259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3172641" cy="3145019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A95997E6-BE07-E83F-D207-0CADA004E02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000500" y="265332"/>
            <a:ext cx="7924800" cy="3095837"/>
          </a:xfrm>
          <a:custGeom>
            <a:avLst/>
            <a:gdLst>
              <a:gd name="connsiteX0" fmla="*/ 282309 w 8229600"/>
              <a:gd name="connsiteY0" fmla="*/ 0 h 3095837"/>
              <a:gd name="connsiteX1" fmla="*/ 7947291 w 8229600"/>
              <a:gd name="connsiteY1" fmla="*/ 0 h 3095837"/>
              <a:gd name="connsiteX2" fmla="*/ 8229600 w 8229600"/>
              <a:gd name="connsiteY2" fmla="*/ 282309 h 3095837"/>
              <a:gd name="connsiteX3" fmla="*/ 8229600 w 8229600"/>
              <a:gd name="connsiteY3" fmla="*/ 2813528 h 3095837"/>
              <a:gd name="connsiteX4" fmla="*/ 7947291 w 8229600"/>
              <a:gd name="connsiteY4" fmla="*/ 3095837 h 3095837"/>
              <a:gd name="connsiteX5" fmla="*/ 282309 w 8229600"/>
              <a:gd name="connsiteY5" fmla="*/ 3095837 h 3095837"/>
              <a:gd name="connsiteX6" fmla="*/ 0 w 8229600"/>
              <a:gd name="connsiteY6" fmla="*/ 2813528 h 3095837"/>
              <a:gd name="connsiteX7" fmla="*/ 0 w 8229600"/>
              <a:gd name="connsiteY7" fmla="*/ 282309 h 3095837"/>
              <a:gd name="connsiteX8" fmla="*/ 282309 w 8229600"/>
              <a:gd name="connsiteY8" fmla="*/ 0 h 3095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229600" h="3095837">
                <a:moveTo>
                  <a:pt x="282309" y="0"/>
                </a:moveTo>
                <a:lnTo>
                  <a:pt x="7947291" y="0"/>
                </a:lnTo>
                <a:cubicBezTo>
                  <a:pt x="8103206" y="0"/>
                  <a:pt x="8229600" y="126394"/>
                  <a:pt x="8229600" y="282309"/>
                </a:cubicBezTo>
                <a:lnTo>
                  <a:pt x="8229600" y="2813528"/>
                </a:lnTo>
                <a:cubicBezTo>
                  <a:pt x="8229600" y="2969443"/>
                  <a:pt x="8103206" y="3095837"/>
                  <a:pt x="7947291" y="3095837"/>
                </a:cubicBezTo>
                <a:lnTo>
                  <a:pt x="282309" y="3095837"/>
                </a:lnTo>
                <a:cubicBezTo>
                  <a:pt x="126394" y="3095837"/>
                  <a:pt x="0" y="2969443"/>
                  <a:pt x="0" y="2813528"/>
                </a:cubicBezTo>
                <a:lnTo>
                  <a:pt x="0" y="282309"/>
                </a:lnTo>
                <a:cubicBezTo>
                  <a:pt x="0" y="126394"/>
                  <a:pt x="126394" y="0"/>
                  <a:pt x="282309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14565" y="3543597"/>
            <a:ext cx="8010734" cy="2843531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937989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E5778B4-3E3F-C3EF-5322-2ECFF646D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231821" y="760151"/>
            <a:ext cx="9728359" cy="4233673"/>
          </a:xfrm>
          <a:prstGeom prst="roundRect">
            <a:avLst>
              <a:gd name="adj" fmla="val 7502"/>
            </a:avLst>
          </a:pr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2242A1-A384-8CB1-904B-45EEDF23C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6276" y="5255159"/>
            <a:ext cx="9299448" cy="1025326"/>
          </a:xfrm>
        </p:spPr>
        <p:txBody>
          <a:bodyPr anchor="ctr">
            <a:normAutofit/>
          </a:bodyPr>
          <a:lstStyle>
            <a:lvl1pPr algn="ctr">
              <a:lnSpc>
                <a:spcPct val="90000"/>
              </a:lnSpc>
              <a:defRPr sz="2400" spc="-5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6F59BDE-94E7-56D6-3D7F-6145311BA2D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46276" y="1293091"/>
            <a:ext cx="9299448" cy="3943921"/>
          </a:xfrm>
        </p:spPr>
        <p:txBody>
          <a:bodyPr anchor="ctr">
            <a:normAutofit/>
          </a:bodyPr>
          <a:lstStyle>
            <a:lvl1pPr marL="0" indent="0" algn="ctr">
              <a:lnSpc>
                <a:spcPct val="80000"/>
              </a:lnSpc>
              <a:buNone/>
              <a:defRPr sz="26000" spc="-1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739110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2880" y="173736"/>
            <a:ext cx="10475499" cy="4850651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buNone/>
              <a:defRPr sz="7600" b="0" cap="none" spc="-50" baseline="0"/>
            </a:lvl1pPr>
            <a:lvl2pPr marL="228600" indent="0">
              <a:lnSpc>
                <a:spcPct val="90000"/>
              </a:lnSpc>
              <a:buNone/>
              <a:defRPr sz="6600" b="0" cap="none" spc="-50" baseline="0"/>
            </a:lvl2pPr>
            <a:lvl3pPr marL="457200" indent="0">
              <a:lnSpc>
                <a:spcPct val="90000"/>
              </a:lnSpc>
              <a:buNone/>
              <a:defRPr sz="6000" b="0" cap="none" spc="-50" baseline="0"/>
            </a:lvl3pPr>
            <a:lvl4pPr marL="685800" indent="0">
              <a:lnSpc>
                <a:spcPct val="90000"/>
              </a:lnSpc>
              <a:buNone/>
              <a:defRPr sz="5400" b="0" cap="none" spc="-50" baseline="0"/>
            </a:lvl4pPr>
            <a:lvl5pPr marL="914400" indent="0">
              <a:lnSpc>
                <a:spcPct val="90000"/>
              </a:lnSpc>
              <a:buNone/>
              <a:defRPr sz="4800" b="0" cap="none" spc="-50" baseline="0"/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11044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88784" y="5029200"/>
            <a:ext cx="9198864" cy="713232"/>
          </a:xfrm>
        </p:spPr>
        <p:txBody>
          <a:bodyPr anchor="t">
            <a:normAutofit/>
          </a:bodyPr>
          <a:lstStyle>
            <a:lvl1pPr>
              <a:lnSpc>
                <a:spcPct val="90000"/>
              </a:lnSpc>
              <a:defRPr sz="2000" b="1" spc="-50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388784" y="1115568"/>
            <a:ext cx="9198864" cy="3584448"/>
          </a:xfrm>
        </p:spPr>
        <p:txBody>
          <a:bodyPr anchor="ctr">
            <a:normAutofit/>
          </a:bodyPr>
          <a:lstStyle>
            <a:lvl1pPr marL="137160" indent="-137160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5000" spc="-50" baseline="0"/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415235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11326704" cy="10415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12E940BF-81C2-1FFB-391F-670B2E738E5C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182880" y="1645920"/>
            <a:ext cx="5420409" cy="4741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FB763AB3-1DFB-9F9F-2339-33F3C49C8C1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48400" y="1645920"/>
            <a:ext cx="5261184" cy="4741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985869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186" y="219456"/>
            <a:ext cx="11274552" cy="7898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1185" y="1009307"/>
            <a:ext cx="521208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D6A39E64-722E-F001-F641-974F5225314A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181631" y="1649451"/>
            <a:ext cx="5212080" cy="4343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45352" y="1009307"/>
            <a:ext cx="521208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4B9C0BFD-5C7B-FA0D-DCE8-95D24728FEB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45352" y="1649451"/>
            <a:ext cx="5212080" cy="4343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3318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912143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666148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861" y="207228"/>
            <a:ext cx="11001943" cy="1790700"/>
          </a:xfrm>
        </p:spPr>
        <p:txBody>
          <a:bodyPr anchor="t">
            <a:noAutofit/>
          </a:bodyPr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22195" y="3264408"/>
            <a:ext cx="10147610" cy="2834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865674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15580" y="1089247"/>
            <a:ext cx="6360840" cy="2171716"/>
          </a:xfrm>
        </p:spPr>
        <p:txBody>
          <a:bodyPr anchor="b">
            <a:noAutofit/>
          </a:bodyPr>
          <a:lstStyle>
            <a:lvl1pPr algn="ctr"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22864" y="3499880"/>
            <a:ext cx="5543550" cy="1771650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ctr">
              <a:buNone/>
              <a:defRPr lang="en-US" sz="1600" dirty="0"/>
            </a:lvl1pPr>
            <a:lvl2pPr marL="228600" indent="0" algn="ctr">
              <a:buNone/>
              <a:defRPr lang="en-US" sz="1600" dirty="0"/>
            </a:lvl2pPr>
            <a:lvl3pPr marL="457200" indent="0" algn="ctr">
              <a:buNone/>
              <a:defRPr lang="en-US" sz="1600" dirty="0"/>
            </a:lvl3pPr>
            <a:lvl4pPr marL="685800" indent="0" algn="ctr">
              <a:buNone/>
              <a:defRPr lang="en-US" sz="1600" dirty="0"/>
            </a:lvl4pPr>
            <a:lvl5pPr marL="914400" indent="0" algn="ctr">
              <a:buNone/>
              <a:defRPr lang="en-US" sz="16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17022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10835640" cy="96926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2880" y="1183206"/>
            <a:ext cx="10835640" cy="50886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78704" y="6387128"/>
            <a:ext cx="2703777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477500" y="6387128"/>
            <a:ext cx="1032084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9584" y="6387128"/>
            <a:ext cx="457200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5665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03" r:id="rId1"/>
    <p:sldLayoutId id="2147484404" r:id="rId2"/>
    <p:sldLayoutId id="2147484405" r:id="rId3"/>
    <p:sldLayoutId id="2147484406" r:id="rId4"/>
    <p:sldLayoutId id="2147484407" r:id="rId5"/>
    <p:sldLayoutId id="2147484408" r:id="rId6"/>
    <p:sldLayoutId id="2147484409" r:id="rId7"/>
    <p:sldLayoutId id="2147484410" r:id="rId8"/>
    <p:sldLayoutId id="2147484411" r:id="rId9"/>
    <p:sldLayoutId id="2147484412" r:id="rId10"/>
    <p:sldLayoutId id="2147484413" r:id="rId11"/>
    <p:sldLayoutId id="2147484414" r:id="rId12"/>
    <p:sldLayoutId id="2147484415" r:id="rId13"/>
    <p:sldLayoutId id="2147484416" r:id="rId14"/>
    <p:sldLayoutId id="2147484417" r:id="rId15"/>
    <p:sldLayoutId id="2147484418" r:id="rId16"/>
    <p:sldLayoutId id="2147484419" r:id="rId17"/>
    <p:sldLayoutId id="2147484420" r:id="rId18"/>
    <p:sldLayoutId id="2147484421" r:id="rId19"/>
    <p:sldLayoutId id="2147484422" r:id="rId20"/>
    <p:sldLayoutId id="2147484423" r:id="rId21"/>
    <p:sldLayoutId id="2147484424" r:id="rId22"/>
    <p:sldLayoutId id="2147484425" r:id="rId23"/>
    <p:sldLayoutId id="2147484426" r:id="rId24"/>
    <p:sldLayoutId id="2147484427" r:id="rId25"/>
    <p:sldLayoutId id="2147484428" r:id="rId26"/>
    <p:sldLayoutId id="2147484429" r:id="rId2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000" b="0" kern="1200" spc="-1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5750" indent="-28575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28575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indent="-28575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71550" indent="-28575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00150" indent="-28575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pos="168">
          <p15:clr>
            <a:srgbClr val="F26B43"/>
          </p15:clr>
        </p15:guide>
        <p15:guide id="4" orient="horz" pos="168">
          <p15:clr>
            <a:srgbClr val="F26B43"/>
          </p15:clr>
        </p15:guide>
        <p15:guide id="5" pos="7512">
          <p15:clr>
            <a:srgbClr val="F26B43"/>
          </p15:clr>
        </p15:guide>
        <p15:guide id="6" orient="horz" pos="4152">
          <p15:clr>
            <a:srgbClr val="F26B43"/>
          </p15:clr>
        </p15:guide>
        <p15:guide id="12" pos="4728">
          <p15:clr>
            <a:srgbClr val="F26B43"/>
          </p15:clr>
        </p15:guide>
        <p15:guide id="13" pos="5328">
          <p15:clr>
            <a:srgbClr val="F26B43"/>
          </p15:clr>
        </p15:guide>
        <p15:guide id="26" pos="2952">
          <p15:clr>
            <a:srgbClr val="F26B43"/>
          </p15:clr>
        </p15:guide>
        <p15:guide id="27" pos="3096">
          <p15:clr>
            <a:srgbClr val="F26B43"/>
          </p15:clr>
        </p15:guide>
        <p15:guide id="29" pos="4128">
          <p15:clr>
            <a:srgbClr val="F26B43"/>
          </p15:clr>
        </p15:guide>
        <p15:guide id="30" pos="1392">
          <p15:clr>
            <a:srgbClr val="F26B43"/>
          </p15:clr>
        </p15:guide>
        <p15:guide id="3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2B61E50-CC60-84D3-ECB7-8A3DDBA70C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799" y="428369"/>
            <a:ext cx="8590005" cy="1853512"/>
          </a:xfrm>
        </p:spPr>
        <p:txBody>
          <a:bodyPr>
            <a:normAutofit/>
          </a:bodyPr>
          <a:lstStyle/>
          <a:p>
            <a:r>
              <a:rPr lang="en-US" u="sng" dirty="0">
                <a:latin typeface="Algerian" panose="04020705040A02060702" pitchFamily="82" charset="0"/>
              </a:rPr>
              <a:t>SMART EXPENSE TRACKER</a:t>
            </a:r>
            <a:endParaRPr lang="en-IN" u="sng" dirty="0">
              <a:latin typeface="Algerian" panose="04020705040A02060702" pitchFamily="82" charset="0"/>
            </a:endParaRP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0ACB06BA-A2C6-CC20-E7A2-2046FABBB7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2578443"/>
            <a:ext cx="6400800" cy="3426941"/>
          </a:xfrm>
        </p:spPr>
        <p:txBody>
          <a:bodyPr>
            <a:normAutofit fontScale="92500" lnSpcReduction="10000"/>
          </a:bodyPr>
          <a:lstStyle/>
          <a:p>
            <a:r>
              <a:rPr lang="en-US" u="sng" dirty="0"/>
              <a:t>Mini Project Presentation</a:t>
            </a:r>
          </a:p>
          <a:p>
            <a:r>
              <a:rPr lang="en-US" u="sng" dirty="0"/>
              <a:t>B.TECH-CSIT (2</a:t>
            </a:r>
            <a:r>
              <a:rPr lang="en-US" u="sng" baseline="30000" dirty="0"/>
              <a:t>nd</a:t>
            </a:r>
            <a:r>
              <a:rPr lang="en-US" u="sng" dirty="0"/>
              <a:t> Year)</a:t>
            </a:r>
          </a:p>
          <a:p>
            <a:r>
              <a:rPr lang="en-US" u="sng" dirty="0"/>
              <a:t>Section-2D2</a:t>
            </a:r>
            <a:endParaRPr lang="en-US" sz="2800" u="sng" dirty="0"/>
          </a:p>
          <a:p>
            <a:r>
              <a:rPr lang="en-US" sz="2800" dirty="0"/>
              <a:t>Team Members:-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/>
              <a:t>Khushboo Chauhan(2501920110197)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/>
              <a:t>Khushi Chaudhary(2501920110200)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/>
              <a:t>Mahi Chak(2501920110213)</a:t>
            </a:r>
            <a:endParaRPr lang="en-US" sz="28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48500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822960" y="3383280"/>
            <a:ext cx="2926080" cy="1625324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/>
            </a:pPr>
            <a:r>
              <a:t>💰</a:t>
            </a:r>
          </a:p>
          <a:p>
            <a:pPr algn="ctr">
              <a:defRPr sz="1300" b="1"/>
            </a:pPr>
            <a:r>
              <a:t>Income</a:t>
            </a:r>
          </a:p>
          <a:p>
            <a:pPr algn="ctr">
              <a:defRPr sz="2000" b="1"/>
            </a:pPr>
            <a:r>
              <a:t>₹ 25,000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617720" y="3383279"/>
            <a:ext cx="2926080" cy="1625324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/>
            </a:pPr>
            <a:r>
              <a:rPr dirty="0"/>
              <a:t>💸</a:t>
            </a:r>
          </a:p>
          <a:p>
            <a:pPr algn="ctr">
              <a:defRPr sz="1300" b="1"/>
            </a:pPr>
            <a:r>
              <a:rPr dirty="0"/>
              <a:t>Expenses</a:t>
            </a:r>
          </a:p>
          <a:p>
            <a:pPr algn="ctr">
              <a:defRPr sz="2000" b="1"/>
            </a:pPr>
            <a:r>
              <a:rPr dirty="0"/>
              <a:t>₹ 16,500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0" y="3383280"/>
            <a:ext cx="2926080" cy="1625322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/>
            </a:pPr>
            <a:r>
              <a:rPr dirty="0"/>
              <a:t>📊</a:t>
            </a:r>
          </a:p>
          <a:p>
            <a:pPr algn="ctr">
              <a:defRPr sz="1300" b="1"/>
            </a:pPr>
            <a:r>
              <a:rPr dirty="0"/>
              <a:t>Balance</a:t>
            </a:r>
          </a:p>
          <a:p>
            <a:pPr algn="ctr">
              <a:defRPr sz="2000" b="1"/>
            </a:pPr>
            <a:r>
              <a:rPr dirty="0"/>
              <a:t>₹ 8,500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2302209C-F070-334F-1511-67CCAAA606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39114" y="387178"/>
            <a:ext cx="3678606" cy="716692"/>
          </a:xfrm>
        </p:spPr>
        <p:txBody>
          <a:bodyPr>
            <a:noAutofit/>
          </a:bodyPr>
          <a:lstStyle/>
          <a:p>
            <a:r>
              <a:rPr lang="en-US" sz="3200" dirty="0">
                <a:latin typeface="Book Antiqua" panose="02040602050305030304" pitchFamily="18" charset="0"/>
              </a:rPr>
              <a:t>INTRODUCTION</a:t>
            </a:r>
            <a:endParaRPr lang="en-IN" sz="3200" dirty="0">
              <a:latin typeface="Book Antiqua" panose="02040602050305030304" pitchFamily="18" charset="0"/>
            </a:endParaRPr>
          </a:p>
        </p:txBody>
      </p:sp>
      <p:sp>
        <p:nvSpPr>
          <p:cNvPr id="9" name="Subtitle 8">
            <a:extLst>
              <a:ext uri="{FF2B5EF4-FFF2-40B4-BE49-F238E27FC236}">
                <a16:creationId xmlns:a16="http://schemas.microsoft.com/office/drawing/2014/main" id="{0F1CCA8B-9D08-A566-8FD1-717037B8F7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39114" y="1103870"/>
            <a:ext cx="9531178" cy="1136822"/>
          </a:xfrm>
        </p:spPr>
        <p:txBody>
          <a:bodyPr>
            <a:normAutofit fontScale="85000" lnSpcReduction="10000"/>
          </a:bodyPr>
          <a:lstStyle/>
          <a:p>
            <a:r>
              <a:rPr lang="en-US" sz="2400" dirty="0"/>
              <a:t>A web-based application to record and manage daily income and expenses. Helps users understand spending habits through summaries and visuals chats. Provides smart insights and budget alerts for better financials planning.</a:t>
            </a:r>
          </a:p>
          <a:p>
            <a:endParaRPr lang="en-IN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5000"/>
            <a:lumOff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WHY THIS PROJECT?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From manual tracking to visual, smart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1206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t>Daily expenses are easy to forget.</a:t>
            </a:r>
          </a:p>
          <a:p>
            <a:pPr>
              <a:spcAft>
                <a:spcPts val="1000"/>
              </a:spcAft>
              <a:defRPr sz="1900"/>
            </a:pPr>
            <a:r>
              <a:t>Manual calculations take time.</a:t>
            </a:r>
          </a:p>
          <a:p>
            <a:pPr>
              <a:spcAft>
                <a:spcPts val="1000"/>
              </a:spcAft>
              <a:defRPr sz="1900"/>
            </a:pPr>
            <a:r>
              <a:t>Users need to know where their money goes.</a:t>
            </a:r>
          </a:p>
          <a:p>
            <a:pPr>
              <a:spcAft>
                <a:spcPts val="1000"/>
              </a:spcAft>
              <a:defRPr sz="1900"/>
            </a:pPr>
            <a:r>
              <a:t>Budget alerts can prevent overspending.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0" y="1645920"/>
            <a:ext cx="2011680" cy="14630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/>
            </a:pPr>
            <a:r>
              <a:t>📝</a:t>
            </a:r>
          </a:p>
          <a:p>
            <a:pPr algn="ctr">
              <a:defRPr sz="1300" b="1"/>
            </a:pPr>
            <a:r>
              <a:t>Track</a:t>
            </a:r>
          </a:p>
          <a:p>
            <a:pPr algn="ctr">
              <a:defRPr sz="2000" b="1"/>
            </a:pPr>
            <a:r>
              <a:t>Daily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1645920"/>
            <a:ext cx="2011680" cy="14630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/>
            </a:pPr>
            <a:r>
              <a:t>🔎</a:t>
            </a:r>
          </a:p>
          <a:p>
            <a:pPr algn="ctr">
              <a:defRPr sz="1300" b="1"/>
            </a:pPr>
            <a:r>
              <a:t>Analyze</a:t>
            </a:r>
          </a:p>
          <a:p>
            <a:pPr algn="ctr">
              <a:defRPr sz="2000" b="1"/>
            </a:pPr>
            <a:r>
              <a:t>Patterns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0" y="3657600"/>
            <a:ext cx="2011680" cy="14630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/>
            </a:pPr>
            <a:r>
              <a:t>🎯</a:t>
            </a:r>
          </a:p>
          <a:p>
            <a:pPr algn="ctr">
              <a:defRPr sz="1300" b="1"/>
            </a:pPr>
            <a:r>
              <a:t>Budget</a:t>
            </a:r>
          </a:p>
          <a:p>
            <a:pPr algn="ctr">
              <a:defRPr sz="2000" b="1"/>
            </a:pPr>
            <a:r>
              <a:t>Limits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0" y="3657600"/>
            <a:ext cx="2011680" cy="14630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/>
            </a:pPr>
            <a:r>
              <a:t>💡</a:t>
            </a:r>
          </a:p>
          <a:p>
            <a:pPr algn="ctr">
              <a:defRPr sz="1300" b="1"/>
            </a:pPr>
            <a:r>
              <a:t>Improve</a:t>
            </a:r>
          </a:p>
          <a:p>
            <a:pPr algn="ctr">
              <a:defRPr sz="2000" b="1"/>
            </a:pPr>
            <a:r>
              <a:t>Savings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5000"/>
            <a:lumOff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OBJECTIVES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2743200"/>
            <a:ext cx="1965960" cy="10515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/>
            </a:pPr>
            <a:r>
              <a:t>Record</a:t>
            </a:r>
          </a:p>
          <a:p>
            <a:r>
              <a:t>Transactions</a:t>
            </a:r>
          </a:p>
        </p:txBody>
      </p:sp>
      <p:sp>
        <p:nvSpPr>
          <p:cNvPr id="4" name="Chevron 3"/>
          <p:cNvSpPr/>
          <p:nvPr/>
        </p:nvSpPr>
        <p:spPr>
          <a:xfrm>
            <a:off x="2761488" y="3063240"/>
            <a:ext cx="502920" cy="411480"/>
          </a:xfrm>
          <a:prstGeom prst="chevr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3063239" y="2743200"/>
            <a:ext cx="1965960" cy="10515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/>
            </a:pPr>
            <a:r>
              <a:t>Categorize</a:t>
            </a:r>
          </a:p>
          <a:p>
            <a:r>
              <a:t>Expenses</a:t>
            </a:r>
          </a:p>
        </p:txBody>
      </p:sp>
      <p:sp>
        <p:nvSpPr>
          <p:cNvPr id="6" name="Chevron 5"/>
          <p:cNvSpPr/>
          <p:nvPr/>
        </p:nvSpPr>
        <p:spPr>
          <a:xfrm>
            <a:off x="5093208" y="3063240"/>
            <a:ext cx="502920" cy="411480"/>
          </a:xfrm>
          <a:prstGeom prst="chevr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394959" y="2743200"/>
            <a:ext cx="1965960" cy="10515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/>
            </a:pPr>
            <a:r>
              <a:t>Visualize</a:t>
            </a:r>
          </a:p>
          <a:p>
            <a:r>
              <a:t>Spending</a:t>
            </a:r>
          </a:p>
        </p:txBody>
      </p:sp>
      <p:sp>
        <p:nvSpPr>
          <p:cNvPr id="8" name="Chevron 7"/>
          <p:cNvSpPr/>
          <p:nvPr/>
        </p:nvSpPr>
        <p:spPr>
          <a:xfrm>
            <a:off x="7424927" y="3063240"/>
            <a:ext cx="502920" cy="411480"/>
          </a:xfrm>
          <a:prstGeom prst="chevr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726679" y="2743200"/>
            <a:ext cx="1965960" cy="10515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/>
            </a:pPr>
            <a:r>
              <a:t>Set</a:t>
            </a:r>
          </a:p>
          <a:p>
            <a:r>
              <a:t>Budgets</a:t>
            </a:r>
          </a:p>
        </p:txBody>
      </p:sp>
      <p:sp>
        <p:nvSpPr>
          <p:cNvPr id="10" name="Chevron 9"/>
          <p:cNvSpPr/>
          <p:nvPr/>
        </p:nvSpPr>
        <p:spPr>
          <a:xfrm>
            <a:off x="9756648" y="3063240"/>
            <a:ext cx="502920" cy="411480"/>
          </a:xfrm>
          <a:prstGeom prst="chevr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0058400" y="2743200"/>
            <a:ext cx="1965960" cy="10515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/>
            </a:pPr>
            <a:r>
              <a:t>Get Smart</a:t>
            </a:r>
          </a:p>
          <a:p>
            <a:r>
              <a:t>Insights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5000"/>
            <a:lumOff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KEY FEATURES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463040"/>
            <a:ext cx="3017520" cy="15544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/>
            </a:pPr>
            <a:r>
              <a:t>➕</a:t>
            </a:r>
          </a:p>
          <a:p>
            <a:pPr algn="ctr">
              <a:defRPr sz="1300" b="1"/>
            </a:pPr>
            <a:r>
              <a:t>Add Expense</a:t>
            </a:r>
          </a:p>
          <a:p>
            <a:pPr algn="ctr">
              <a:defRPr sz="2000" b="1"/>
            </a:pPr>
            <a:r>
              <a:t>₹ amount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0" y="1463040"/>
            <a:ext cx="3017520" cy="15544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/>
            </a:pPr>
            <a:r>
              <a:t>🏷️</a:t>
            </a:r>
          </a:p>
          <a:p>
            <a:pPr algn="ctr">
              <a:defRPr sz="1300" b="1"/>
            </a:pPr>
            <a:r>
              <a:t>Categories</a:t>
            </a:r>
          </a:p>
          <a:p>
            <a:pPr algn="ctr">
              <a:defRPr sz="2000" b="1"/>
            </a:pPr>
            <a:r>
              <a:t>Food / Travel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321040" y="1463040"/>
            <a:ext cx="3017520" cy="15544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/>
            </a:pPr>
            <a:r>
              <a:t>🎯</a:t>
            </a:r>
          </a:p>
          <a:p>
            <a:pPr algn="ctr">
              <a:defRPr sz="1300" b="1"/>
            </a:pPr>
            <a:r>
              <a:t>Budget</a:t>
            </a:r>
          </a:p>
          <a:p>
            <a:pPr algn="ctr">
              <a:defRPr sz="2000" b="1"/>
            </a:pPr>
            <a:r>
              <a:t>Monthly limit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3520440"/>
            <a:ext cx="3017520" cy="15544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/>
            </a:pPr>
            <a:r>
              <a:t>📈</a:t>
            </a:r>
          </a:p>
          <a:p>
            <a:pPr algn="ctr">
              <a:defRPr sz="1300" b="1"/>
            </a:pPr>
            <a:r>
              <a:t>Charts</a:t>
            </a:r>
          </a:p>
          <a:p>
            <a:pPr algn="ctr">
              <a:defRPr sz="2000" b="1"/>
            </a:pPr>
            <a:r>
              <a:t>Trends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3520440"/>
            <a:ext cx="3017520" cy="15544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/>
            </a:pPr>
            <a:r>
              <a:t>⚠️</a:t>
            </a:r>
          </a:p>
          <a:p>
            <a:pPr algn="ctr">
              <a:defRPr sz="1300" b="1"/>
            </a:pPr>
            <a:r>
              <a:t>Alerts</a:t>
            </a:r>
          </a:p>
          <a:p>
            <a:pPr algn="ctr">
              <a:defRPr sz="2000" b="1"/>
            </a:pPr>
            <a:r>
              <a:t>Overspending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21040" y="3520440"/>
            <a:ext cx="3017520" cy="15544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/>
            </a:pPr>
            <a:r>
              <a:t>💡</a:t>
            </a:r>
          </a:p>
          <a:p>
            <a:pPr algn="ctr">
              <a:defRPr sz="1300" b="1"/>
            </a:pPr>
            <a:r>
              <a:t>Insights</a:t>
            </a:r>
          </a:p>
          <a:p>
            <a:pPr algn="ctr">
              <a:defRPr sz="2000" b="1"/>
            </a:pPr>
            <a:r>
              <a:t>Suggestions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5000"/>
            <a:lumOff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TECHNOLOGY STACK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2743200" cy="15544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/>
            </a:pPr>
            <a:r>
              <a:t>🌐</a:t>
            </a:r>
          </a:p>
          <a:p>
            <a:pPr algn="ctr">
              <a:defRPr sz="1300" b="1"/>
            </a:pPr>
            <a:r>
              <a:t>Frontend</a:t>
            </a:r>
          </a:p>
          <a:p>
            <a:pPr algn="ctr">
              <a:defRPr sz="2000" b="1"/>
            </a:pPr>
            <a:r>
              <a:t>HTML + CSS + JS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794760" y="1554480"/>
            <a:ext cx="2743200" cy="15544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/>
            </a:pPr>
            <a:r>
              <a:t>🐍</a:t>
            </a:r>
          </a:p>
          <a:p>
            <a:pPr algn="ctr">
              <a:defRPr sz="1300" b="1"/>
            </a:pPr>
            <a:r>
              <a:t>Backend</a:t>
            </a:r>
          </a:p>
          <a:p>
            <a:pPr algn="ctr">
              <a:defRPr sz="2000" b="1"/>
            </a:pPr>
            <a:r>
              <a:t>Python + Flask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0" y="1554480"/>
            <a:ext cx="2743200" cy="15544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/>
            </a:pPr>
            <a:r>
              <a:t>🗄️</a:t>
            </a:r>
          </a:p>
          <a:p>
            <a:pPr algn="ctr">
              <a:defRPr sz="1300" b="1"/>
            </a:pPr>
            <a:r>
              <a:t>Database</a:t>
            </a:r>
          </a:p>
          <a:p>
            <a:pPr algn="ctr">
              <a:defRPr sz="2000" b="1"/>
            </a:pPr>
            <a:r>
              <a:t>SQLite / MySQL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40280" y="3749039"/>
            <a:ext cx="2743200" cy="15544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/>
            </a:pPr>
            <a:r>
              <a:t>📊</a:t>
            </a:r>
          </a:p>
          <a:p>
            <a:pPr algn="ctr">
              <a:defRPr sz="1300" b="1"/>
            </a:pPr>
            <a:r>
              <a:t>Analytics</a:t>
            </a:r>
          </a:p>
          <a:p>
            <a:pPr algn="ctr">
              <a:defRPr sz="2000" b="1"/>
            </a:pPr>
            <a:r>
              <a:t>Pandas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0" y="3749039"/>
            <a:ext cx="2743200" cy="15544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/>
            </a:pPr>
            <a:r>
              <a:t>📈</a:t>
            </a:r>
          </a:p>
          <a:p>
            <a:pPr algn="ctr">
              <a:defRPr sz="1300" b="1"/>
            </a:pPr>
            <a:r>
              <a:t>Charts</a:t>
            </a:r>
          </a:p>
          <a:p>
            <a:pPr algn="ctr">
              <a:defRPr sz="2000" b="1"/>
            </a:pPr>
            <a:r>
              <a:t>Chart.js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66760" y="3749039"/>
            <a:ext cx="2743200" cy="15544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/>
            </a:pPr>
            <a:r>
              <a:t>🤖</a:t>
            </a:r>
          </a:p>
          <a:p>
            <a:pPr algn="ctr">
              <a:defRPr sz="1300" b="1"/>
            </a:pPr>
            <a:r>
              <a:t>Prediction</a:t>
            </a:r>
          </a:p>
          <a:p>
            <a:pPr algn="ctr">
              <a:defRPr sz="2000" b="1"/>
            </a:pPr>
            <a:r>
              <a:t>Scikit-learn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5000"/>
            <a:lumOff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HOW THE SYSTEM WORKS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2743200"/>
            <a:ext cx="1965960" cy="10515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/>
            </a:pPr>
            <a:r>
              <a:t>User enters</a:t>
            </a:r>
          </a:p>
          <a:p>
            <a:r>
              <a:t>expense</a:t>
            </a:r>
          </a:p>
        </p:txBody>
      </p:sp>
      <p:sp>
        <p:nvSpPr>
          <p:cNvPr id="4" name="Chevron 3"/>
          <p:cNvSpPr/>
          <p:nvPr/>
        </p:nvSpPr>
        <p:spPr>
          <a:xfrm>
            <a:off x="2761488" y="3063240"/>
            <a:ext cx="502920" cy="411480"/>
          </a:xfrm>
          <a:prstGeom prst="chevr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3063239" y="2743200"/>
            <a:ext cx="1965960" cy="10515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/>
            </a:pPr>
            <a:r>
              <a:t>Flask</a:t>
            </a:r>
          </a:p>
          <a:p>
            <a:r>
              <a:t>processes</a:t>
            </a:r>
          </a:p>
        </p:txBody>
      </p:sp>
      <p:sp>
        <p:nvSpPr>
          <p:cNvPr id="6" name="Chevron 5"/>
          <p:cNvSpPr/>
          <p:nvPr/>
        </p:nvSpPr>
        <p:spPr>
          <a:xfrm>
            <a:off x="5093208" y="3063240"/>
            <a:ext cx="502920" cy="411480"/>
          </a:xfrm>
          <a:prstGeom prst="chevr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394959" y="2743200"/>
            <a:ext cx="1965960" cy="10515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/>
            </a:pPr>
            <a:r>
              <a:t>Database</a:t>
            </a:r>
          </a:p>
          <a:p>
            <a:r>
              <a:t>stores</a:t>
            </a:r>
          </a:p>
        </p:txBody>
      </p:sp>
      <p:sp>
        <p:nvSpPr>
          <p:cNvPr id="8" name="Chevron 7"/>
          <p:cNvSpPr/>
          <p:nvPr/>
        </p:nvSpPr>
        <p:spPr>
          <a:xfrm>
            <a:off x="7424927" y="3063240"/>
            <a:ext cx="502920" cy="411480"/>
          </a:xfrm>
          <a:prstGeom prst="chevr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726679" y="2743200"/>
            <a:ext cx="1965960" cy="10515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/>
            </a:pPr>
            <a:r>
              <a:t>Dashboard</a:t>
            </a:r>
          </a:p>
          <a:p>
            <a:r>
              <a:t>calculates</a:t>
            </a:r>
          </a:p>
        </p:txBody>
      </p:sp>
      <p:sp>
        <p:nvSpPr>
          <p:cNvPr id="10" name="Chevron 9"/>
          <p:cNvSpPr/>
          <p:nvPr/>
        </p:nvSpPr>
        <p:spPr>
          <a:xfrm>
            <a:off x="9756648" y="3063240"/>
            <a:ext cx="502920" cy="411480"/>
          </a:xfrm>
          <a:prstGeom prst="chevr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0058400" y="2743200"/>
            <a:ext cx="1965960" cy="10515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/>
            </a:pPr>
            <a:r>
              <a:t>Charts +</a:t>
            </a:r>
          </a:p>
          <a:p>
            <a:r>
              <a:t>insights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5000"/>
            <a:lumOff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DASHBOARD – SAMPLE VISUAL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280160"/>
            <a:ext cx="2377440" cy="12801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/>
            </a:pPr>
            <a:r>
              <a:t>💰</a:t>
            </a:r>
          </a:p>
          <a:p>
            <a:pPr algn="ctr">
              <a:defRPr sz="1300" b="1"/>
            </a:pPr>
            <a:r>
              <a:t>Income</a:t>
            </a:r>
          </a:p>
          <a:p>
            <a:pPr algn="ctr">
              <a:defRPr sz="2000" b="1"/>
            </a:pPr>
            <a:r>
              <a:t>₹25,000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91840" y="1280160"/>
            <a:ext cx="2377440" cy="12801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/>
            </a:pPr>
            <a:r>
              <a:t>💸</a:t>
            </a:r>
          </a:p>
          <a:p>
            <a:pPr algn="ctr">
              <a:defRPr sz="1300" b="1"/>
            </a:pPr>
            <a:r>
              <a:t>Expense</a:t>
            </a:r>
          </a:p>
          <a:p>
            <a:pPr algn="ctr">
              <a:defRPr sz="2000" b="1"/>
            </a:pPr>
            <a:r>
              <a:t>₹16,500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0" y="1280160"/>
            <a:ext cx="2377440" cy="12801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/>
            </a:pPr>
            <a:r>
              <a:t>💳</a:t>
            </a:r>
          </a:p>
          <a:p>
            <a:pPr algn="ctr">
              <a:defRPr sz="1300" b="1"/>
            </a:pPr>
            <a:r>
              <a:t>Balance</a:t>
            </a:r>
          </a:p>
          <a:p>
            <a:pPr algn="ctr">
              <a:defRPr sz="2000" b="1"/>
            </a:pPr>
            <a:r>
              <a:t>₹8,500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92608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Food</a:t>
            </a:r>
          </a:p>
        </p:txBody>
      </p:sp>
      <p:sp>
        <p:nvSpPr>
          <p:cNvPr id="7" name="Rectangle 6"/>
          <p:cNvSpPr/>
          <p:nvPr/>
        </p:nvSpPr>
        <p:spPr>
          <a:xfrm>
            <a:off x="2011680" y="2971800"/>
            <a:ext cx="3200400" cy="2286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0" y="292608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₹7000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61188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Travel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11680" y="3657600"/>
            <a:ext cx="2057400" cy="2286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0" y="361188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₹4500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29768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Shopping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11680" y="4343400"/>
            <a:ext cx="1600200" cy="2286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86400" y="429768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₹3500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98348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Education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011680" y="5029200"/>
            <a:ext cx="1143000" cy="2286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0" y="498348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₹2500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2743200"/>
            <a:ext cx="38404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Category-wise spending</a:t>
            </a:r>
          </a:p>
          <a:p>
            <a:pPr>
              <a:spcAft>
                <a:spcPts val="1000"/>
              </a:spcAft>
              <a:defRPr sz="1800"/>
            </a:pPr>
            <a:r>
              <a:t>Monthly trend</a:t>
            </a:r>
          </a:p>
          <a:p>
            <a:pPr>
              <a:spcAft>
                <a:spcPts val="1000"/>
              </a:spcAft>
              <a:defRPr sz="1800"/>
            </a:pPr>
            <a:r>
              <a:t>Balance at a glance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5000"/>
            <a:lumOff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SMART INSIGHTS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554480"/>
            <a:ext cx="3108960" cy="16459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/>
            </a:pPr>
            <a:r>
              <a:t>🍔</a:t>
            </a:r>
          </a:p>
          <a:p>
            <a:pPr algn="ctr">
              <a:defRPr sz="1300" b="1"/>
            </a:pPr>
            <a:r>
              <a:t>Top Category</a:t>
            </a:r>
          </a:p>
          <a:p>
            <a:pPr algn="ctr">
              <a:defRPr sz="2000" b="1"/>
            </a:pPr>
            <a:r>
              <a:t>Food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26280" y="1554480"/>
            <a:ext cx="3108960" cy="16459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/>
            </a:pPr>
            <a:r>
              <a:t>🎯</a:t>
            </a:r>
          </a:p>
          <a:p>
            <a:pPr algn="ctr">
              <a:defRPr sz="1300" b="1"/>
            </a:pPr>
            <a:r>
              <a:t>Budget Status</a:t>
            </a:r>
          </a:p>
          <a:p>
            <a:pPr algn="ctr">
              <a:defRPr sz="2000" b="1"/>
            </a:pPr>
            <a:r>
              <a:t>82% used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0" y="1554480"/>
            <a:ext cx="3108960" cy="16459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/>
            </a:pPr>
            <a:r>
              <a:t>⚠️</a:t>
            </a:r>
          </a:p>
          <a:p>
            <a:pPr algn="ctr">
              <a:defRPr sz="1300" b="1"/>
            </a:pPr>
            <a:r>
              <a:t>Alert</a:t>
            </a:r>
          </a:p>
          <a:p>
            <a:pPr algn="ctr">
              <a:defRPr sz="2000" b="1"/>
            </a:pPr>
            <a:r>
              <a:t>Near limit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840480"/>
            <a:ext cx="102412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Example insight: “Food is your highest spending category this month.”</a:t>
            </a:r>
          </a:p>
          <a:p>
            <a:pPr>
              <a:spcAft>
                <a:spcPts val="1000"/>
              </a:spcAft>
              <a:defRPr sz="1800"/>
            </a:pPr>
            <a:r>
              <a:t>Budget alert: “You are close to your monthly limit.”</a:t>
            </a:r>
          </a:p>
          <a:p>
            <a:pPr>
              <a:spcAft>
                <a:spcPts val="1000"/>
              </a:spcAft>
              <a:defRPr sz="1800"/>
            </a:pPr>
            <a:r>
              <a:t>Future AI feature: predict next-month spending from historical data.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5000"/>
            <a:lumOff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DATABASE DESIGN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828800"/>
            <a:ext cx="3108960" cy="18288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/>
            </a:pPr>
            <a:r>
              <a:t>🗃️</a:t>
            </a:r>
          </a:p>
          <a:p>
            <a:pPr algn="ctr">
              <a:defRPr sz="1300" b="1"/>
            </a:pPr>
            <a:r>
              <a:t>TRANSACTIONS</a:t>
            </a:r>
          </a:p>
          <a:p>
            <a:pPr algn="ctr">
              <a:defRPr sz="2000" b="1"/>
            </a:pPr>
            <a:r>
              <a:t>id • amount • type</a:t>
            </a:r>
            <a:br/>
            <a:r>
              <a:t>category • date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26280" y="1828800"/>
            <a:ext cx="3108960" cy="18288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/>
            </a:pPr>
            <a:r>
              <a:t>🎯</a:t>
            </a:r>
          </a:p>
          <a:p>
            <a:pPr algn="ctr">
              <a:defRPr sz="1300" b="1"/>
            </a:pPr>
            <a:r>
              <a:t>BUDGET</a:t>
            </a:r>
          </a:p>
          <a:p>
            <a:pPr algn="ctr">
              <a:defRPr sz="2000" b="1"/>
            </a:pPr>
            <a:r>
              <a:t>category • limit</a:t>
            </a:r>
            <a:br/>
            <a:r>
              <a:t>month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321040" y="1828800"/>
            <a:ext cx="3108960" cy="18288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/>
            </a:pPr>
            <a:r>
              <a:t>👤</a:t>
            </a:r>
          </a:p>
          <a:p>
            <a:pPr algn="ctr">
              <a:defRPr sz="1300" b="1"/>
            </a:pPr>
            <a:r>
              <a:t>USERS (OPTIONAL)</a:t>
            </a:r>
          </a:p>
          <a:p>
            <a:pPr algn="ctr">
              <a:defRPr sz="2000" b="1"/>
            </a:pPr>
            <a:r>
              <a:t>user_id • name</a:t>
            </a:r>
            <a:br/>
            <a:r>
              <a:t>email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43891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CRUD operations: Create, Read, Update, Delete</a:t>
            </a:r>
          </a:p>
          <a:p>
            <a:pPr>
              <a:spcAft>
                <a:spcPts val="1000"/>
              </a:spcAft>
              <a:defRPr sz="1800"/>
            </a:pPr>
            <a:r>
              <a:t>Stored data can be filtered and analyzed.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5000"/>
            <a:lumOff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PROJECT DEVELOPMENT PLAN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2743200"/>
            <a:ext cx="1965960" cy="10515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/>
            </a:pPr>
            <a:r>
              <a:t>Week 1–2</a:t>
            </a:r>
          </a:p>
          <a:p>
            <a:r>
              <a:t>Basics</a:t>
            </a:r>
          </a:p>
        </p:txBody>
      </p:sp>
      <p:sp>
        <p:nvSpPr>
          <p:cNvPr id="4" name="Chevron 3"/>
          <p:cNvSpPr/>
          <p:nvPr/>
        </p:nvSpPr>
        <p:spPr>
          <a:xfrm>
            <a:off x="2761488" y="3063240"/>
            <a:ext cx="502920" cy="411480"/>
          </a:xfrm>
          <a:prstGeom prst="chevr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3063239" y="2743200"/>
            <a:ext cx="1965960" cy="10515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/>
            </a:pPr>
            <a:r>
              <a:t>Week 3</a:t>
            </a:r>
          </a:p>
          <a:p>
            <a:r>
              <a:t>Database</a:t>
            </a:r>
          </a:p>
        </p:txBody>
      </p:sp>
      <p:sp>
        <p:nvSpPr>
          <p:cNvPr id="6" name="Chevron 5"/>
          <p:cNvSpPr/>
          <p:nvPr/>
        </p:nvSpPr>
        <p:spPr>
          <a:xfrm>
            <a:off x="5093208" y="3063240"/>
            <a:ext cx="502920" cy="411480"/>
          </a:xfrm>
          <a:prstGeom prst="chevr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394959" y="2743200"/>
            <a:ext cx="1965960" cy="10515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/>
            </a:pPr>
            <a:r>
              <a:t>Week 4</a:t>
            </a:r>
          </a:p>
          <a:p>
            <a:r>
              <a:t>Dashboard</a:t>
            </a:r>
          </a:p>
        </p:txBody>
      </p:sp>
      <p:sp>
        <p:nvSpPr>
          <p:cNvPr id="8" name="Chevron 7"/>
          <p:cNvSpPr/>
          <p:nvPr/>
        </p:nvSpPr>
        <p:spPr>
          <a:xfrm>
            <a:off x="7424927" y="3063240"/>
            <a:ext cx="502920" cy="411480"/>
          </a:xfrm>
          <a:prstGeom prst="chevr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726679" y="2743200"/>
            <a:ext cx="1965960" cy="10515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/>
            </a:pPr>
            <a:r>
              <a:t>Week 5–6</a:t>
            </a:r>
          </a:p>
          <a:p>
            <a:r>
              <a:t>Analytics</a:t>
            </a:r>
          </a:p>
        </p:txBody>
      </p:sp>
      <p:sp>
        <p:nvSpPr>
          <p:cNvPr id="10" name="Chevron 9"/>
          <p:cNvSpPr/>
          <p:nvPr/>
        </p:nvSpPr>
        <p:spPr>
          <a:xfrm>
            <a:off x="9756648" y="3063240"/>
            <a:ext cx="502920" cy="411480"/>
          </a:xfrm>
          <a:prstGeom prst="chevr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0058400" y="2743200"/>
            <a:ext cx="1965960" cy="10515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/>
            </a:pPr>
            <a:r>
              <a:t>Week 7–8</a:t>
            </a:r>
          </a:p>
          <a:p>
            <a:r>
              <a:t>Testing + Demo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5000"/>
            <a:lumOff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FUTURE SCOPE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2743200" cy="14630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/>
            </a:pPr>
            <a:r>
              <a:t>📱</a:t>
            </a:r>
          </a:p>
          <a:p>
            <a:pPr algn="ctr">
              <a:defRPr sz="1300" b="1"/>
            </a:pPr>
            <a:r>
              <a:t>Mobile App</a:t>
            </a:r>
          </a:p>
          <a:p>
            <a:pPr algn="ctr">
              <a:defRPr sz="2000" b="1"/>
            </a:pPr>
            <a:r>
              <a:t>Android / iOS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794760" y="1463040"/>
            <a:ext cx="2743200" cy="14630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/>
            </a:pPr>
            <a:r>
              <a:t>🏦</a:t>
            </a:r>
          </a:p>
          <a:p>
            <a:pPr algn="ctr">
              <a:defRPr sz="1300" b="1"/>
            </a:pPr>
            <a:r>
              <a:t>Bank Import</a:t>
            </a:r>
          </a:p>
          <a:p>
            <a:pPr algn="ctr">
              <a:defRPr sz="2000" b="1"/>
            </a:pPr>
            <a:r>
              <a:t>Statements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0" y="1463040"/>
            <a:ext cx="2743200" cy="14630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/>
            </a:pPr>
            <a:r>
              <a:t>🤖</a:t>
            </a:r>
          </a:p>
          <a:p>
            <a:pPr algn="ctr">
              <a:defRPr sz="1300" b="1"/>
            </a:pPr>
            <a:r>
              <a:t>AI Prediction</a:t>
            </a:r>
          </a:p>
          <a:p>
            <a:pPr algn="ctr">
              <a:defRPr sz="2000" b="1"/>
            </a:pPr>
            <a:r>
              <a:t>Forecast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40280" y="3657600"/>
            <a:ext cx="2743200" cy="14630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/>
            </a:pPr>
            <a:r>
              <a:t>☁️</a:t>
            </a:r>
          </a:p>
          <a:p>
            <a:pPr algn="ctr">
              <a:defRPr sz="1300" b="1"/>
            </a:pPr>
            <a:r>
              <a:t>Cloud</a:t>
            </a:r>
          </a:p>
          <a:p>
            <a:pPr algn="ctr">
              <a:defRPr sz="2000" b="1"/>
            </a:pPr>
            <a:r>
              <a:t>Backup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0" y="3657600"/>
            <a:ext cx="2743200" cy="14630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/>
            </a:pPr>
            <a:r>
              <a:t>💡</a:t>
            </a:r>
          </a:p>
          <a:p>
            <a:pPr algn="ctr">
              <a:defRPr sz="1300" b="1"/>
            </a:pPr>
            <a:r>
              <a:t>Personalized</a:t>
            </a:r>
          </a:p>
          <a:p>
            <a:pPr algn="ctr">
              <a:defRPr sz="2000" b="1"/>
            </a:pPr>
            <a:r>
              <a:t>Saving tips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5000"/>
            <a:lumOff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/>
            </a:pPr>
            <a:r>
              <a:t>Easy way to record and understand personal expenses.</a:t>
            </a:r>
          </a:p>
          <a:p>
            <a:pPr>
              <a:spcAft>
                <a:spcPts val="1000"/>
              </a:spcAft>
              <a:defRPr sz="2200"/>
            </a:pPr>
            <a:r>
              <a:t>Combines web development, database management and data analysis.</a:t>
            </a:r>
          </a:p>
          <a:p>
            <a:pPr>
              <a:spcAft>
                <a:spcPts val="1000"/>
              </a:spcAft>
              <a:defRPr sz="2200"/>
            </a:pPr>
            <a:r>
              <a:t>Can be extended with AI prediction and personalized recommendations.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206240" y="4754880"/>
            <a:ext cx="3657600" cy="10972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/>
            </a:pPr>
            <a:r>
              <a:t>🚀</a:t>
            </a:r>
          </a:p>
          <a:p>
            <a:pPr algn="ctr">
              <a:defRPr sz="1300" b="1"/>
            </a:pPr>
            <a:r>
              <a:t>PROJECT GOAL</a:t>
            </a:r>
          </a:p>
          <a:p>
            <a:pPr algn="ctr">
              <a:defRPr sz="2000" b="1"/>
            </a:pPr>
            <a:r>
              <a:t>Track → Analyze → Improve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08CA6-1FC2-5AD0-CFB2-24B66CFE6416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982493" y="107005"/>
            <a:ext cx="8920263" cy="1050586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Castellar" panose="020A0402060406010301" pitchFamily="18" charset="0"/>
              </a:rPr>
              <a:t>Thank you!</a:t>
            </a:r>
            <a:endParaRPr lang="en-IN" sz="4000" dirty="0">
              <a:latin typeface="Castellar" panose="020A0402060406010301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4D20EC-7EC5-A7AD-B89D-7CF158603019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0" y="1391054"/>
            <a:ext cx="10790238" cy="505838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                 </a:t>
            </a:r>
            <a:r>
              <a:rPr lang="en-US" sz="2800" dirty="0"/>
              <a:t>“Track Smart / Spend Wise / Save Better”</a:t>
            </a:r>
          </a:p>
          <a:p>
            <a:pPr marL="0" indent="0">
              <a:buNone/>
            </a:pPr>
            <a:r>
              <a:rPr lang="en-US" sz="3200" dirty="0"/>
              <a:t>                💰     📊     🎯     💡</a:t>
            </a:r>
          </a:p>
          <a:p>
            <a:pPr marL="0" indent="0">
              <a:buNone/>
            </a:pPr>
            <a:r>
              <a:rPr lang="en-IN" dirty="0"/>
              <a:t>                                 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sz="2400" dirty="0"/>
              <a:t>    </a:t>
            </a:r>
            <a:r>
              <a:rPr lang="en-IN" sz="1800" dirty="0"/>
              <a:t>Presented:-</a:t>
            </a:r>
          </a:p>
          <a:p>
            <a:pPr>
              <a:buFont typeface="Wingdings" panose="05000000000000000000" pitchFamily="2" charset="2"/>
              <a:buChar char="è"/>
            </a:pPr>
            <a:r>
              <a:rPr lang="en-IN" sz="1800" dirty="0"/>
              <a:t>Khushboo Chauhan</a:t>
            </a:r>
          </a:p>
          <a:p>
            <a:pPr>
              <a:buFont typeface="Wingdings" panose="05000000000000000000" pitchFamily="2" charset="2"/>
              <a:buChar char="è"/>
            </a:pPr>
            <a:r>
              <a:rPr lang="en-IN" sz="1800" dirty="0"/>
              <a:t>Khushi Chaudhary</a:t>
            </a:r>
          </a:p>
          <a:p>
            <a:pPr>
              <a:buFont typeface="Wingdings" panose="05000000000000000000" pitchFamily="2" charset="2"/>
              <a:buChar char="è"/>
            </a:pPr>
            <a:r>
              <a:rPr lang="en-IN" sz="1800" dirty="0"/>
              <a:t>Mahi Chak</a:t>
            </a:r>
          </a:p>
          <a:p>
            <a:pPr marL="0" indent="0">
              <a:buNone/>
            </a:pP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2074650056"/>
      </p:ext>
    </p:extLst>
  </p:cSld>
  <p:clrMapOvr>
    <a:masterClrMapping/>
  </p:clrMapOvr>
</p:sld>
</file>

<file path=ppt/theme/theme1.xml><?xml version="1.0" encoding="utf-8"?>
<a:theme xmlns:a="http://schemas.openxmlformats.org/drawingml/2006/main" name="Dune">
  <a:themeElements>
    <a:clrScheme name="Dune">
      <a:dk1>
        <a:srgbClr val="131313"/>
      </a:dk1>
      <a:lt1>
        <a:sysClr val="window" lastClr="FFFFFF"/>
      </a:lt1>
      <a:dk2>
        <a:srgbClr val="272D2B"/>
      </a:dk2>
      <a:lt2>
        <a:srgbClr val="F0EDE6"/>
      </a:lt2>
      <a:accent1>
        <a:srgbClr val="647E6B"/>
      </a:accent1>
      <a:accent2>
        <a:srgbClr val="476262"/>
      </a:accent2>
      <a:accent3>
        <a:srgbClr val="9B8C69"/>
      </a:accent3>
      <a:accent4>
        <a:srgbClr val="BA988C"/>
      </a:accent4>
      <a:accent5>
        <a:srgbClr val="A27C7C"/>
      </a:accent5>
      <a:accent6>
        <a:srgbClr val="79958B"/>
      </a:accent6>
      <a:hlink>
        <a:srgbClr val="476262"/>
      </a:hlink>
      <a:folHlink>
        <a:srgbClr val="A27C7C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une" id="{7A434096-21D7-44B8-8536-5670F4990977}" vid="{9E2B180D-3A1B-4983-B64A-9C133C18DC9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Dune</Template>
  <TotalTime>103</TotalTime>
  <Words>461</Words>
  <Application>Microsoft Office PowerPoint</Application>
  <PresentationFormat>Widescreen</PresentationFormat>
  <Paragraphs>186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Algerian</vt:lpstr>
      <vt:lpstr>Arial</vt:lpstr>
      <vt:lpstr>Book Antiqua</vt:lpstr>
      <vt:lpstr>Castellar</vt:lpstr>
      <vt:lpstr>Neue Haas Grotesk Text Pro</vt:lpstr>
      <vt:lpstr>Wingdings</vt:lpstr>
      <vt:lpstr>Dune</vt:lpstr>
      <vt:lpstr>SMART EXPENSE TRACKER</vt:lpstr>
      <vt:lpstr>INTRODUCTION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Khushi Chaudhary</dc:creator>
  <cp:keywords/>
  <dc:description>generated using python-pptx</dc:description>
  <cp:lastModifiedBy>Khushi Chaudhary</cp:lastModifiedBy>
  <cp:revision>4</cp:revision>
  <dcterms:created xsi:type="dcterms:W3CDTF">2013-01-27T09:14:16Z</dcterms:created>
  <dcterms:modified xsi:type="dcterms:W3CDTF">2026-08-07T04:32:51Z</dcterms:modified>
  <cp:category/>
</cp:coreProperties>
</file>